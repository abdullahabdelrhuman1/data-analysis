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2" r:id="rId3"/>
    <p:sldMasterId id="214748368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embeddedFontLst>
    <p:embeddedFont>
      <p:font typeface="Montserrat Black"/>
      <p:bold r:id="rId11"/>
      <p:boldItalic r:id="rId12"/>
    </p:embeddedFont>
    <p:embeddedFont>
      <p:font typeface="Montserrat"/>
      <p:regular r:id="rId13"/>
      <p:bold r:id="rId14"/>
      <p:italic r:id="rId15"/>
      <p:boldItalic r:id="rId16"/>
    </p:embeddedFont>
    <p:embeddedFont>
      <p:font typeface="Montserrat Medium"/>
      <p:regular r:id="rId17"/>
      <p:bold r:id="rId18"/>
      <p:italic r:id="rId19"/>
      <p:boldItalic r:id="rId20"/>
    </p:embeddedFont>
    <p:embeddedFont>
      <p:font typeface="Montserrat ExtraBold"/>
      <p:bold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Medium-boldItalic.fntdata"/><Relationship Id="rId22" Type="http://schemas.openxmlformats.org/officeDocument/2006/relationships/font" Target="fonts/MontserratExtraBold-boldItalic.fntdata"/><Relationship Id="rId21" Type="http://schemas.openxmlformats.org/officeDocument/2006/relationships/font" Target="fonts/MontserratExtraBold-bold.fntdata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font" Target="fonts/MontserratBlack-bold.fntdata"/><Relationship Id="rId10" Type="http://schemas.openxmlformats.org/officeDocument/2006/relationships/slide" Target="slides/slide5.xml"/><Relationship Id="rId13" Type="http://schemas.openxmlformats.org/officeDocument/2006/relationships/font" Target="fonts/Montserrat-regular.fntdata"/><Relationship Id="rId12" Type="http://schemas.openxmlformats.org/officeDocument/2006/relationships/font" Target="fonts/MontserratBlack-boldItalic.fntdata"/><Relationship Id="rId15" Type="http://schemas.openxmlformats.org/officeDocument/2006/relationships/font" Target="fonts/Montserrat-italic.fntdata"/><Relationship Id="rId14" Type="http://schemas.openxmlformats.org/officeDocument/2006/relationships/font" Target="fonts/Montserrat-bold.fntdata"/><Relationship Id="rId17" Type="http://schemas.openxmlformats.org/officeDocument/2006/relationships/font" Target="fonts/MontserratMedium-regular.fntdata"/><Relationship Id="rId16" Type="http://schemas.openxmlformats.org/officeDocument/2006/relationships/font" Target="fonts/Montserrat-boldItalic.fntdata"/><Relationship Id="rId19" Type="http://schemas.openxmlformats.org/officeDocument/2006/relationships/font" Target="fonts/MontserratMedium-italic.fntdata"/><Relationship Id="rId18" Type="http://schemas.openxmlformats.org/officeDocument/2006/relationships/font" Target="fonts/MontserratMedium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1" name="Google Shape;20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" name="Google Shape;21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5" name="Google Shape;22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png"/><Relationship Id="rId3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Relationship Id="rId3" Type="http://schemas.openxmlformats.org/officeDocument/2006/relationships/image" Target="../media/image28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Relationship Id="rId3" Type="http://schemas.openxmlformats.org/officeDocument/2006/relationships/image" Target="../media/image9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Relationship Id="rId3" Type="http://schemas.openxmlformats.org/officeDocument/2006/relationships/image" Target="../media/image27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Relationship Id="rId3" Type="http://schemas.openxmlformats.org/officeDocument/2006/relationships/image" Target="../media/image8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Relationship Id="rId3" Type="http://schemas.openxmlformats.org/officeDocument/2006/relationships/image" Target="../media/image7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Relationship Id="rId3" Type="http://schemas.openxmlformats.org/officeDocument/2006/relationships/image" Target="../media/image13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Relationship Id="rId3" Type="http://schemas.openxmlformats.org/officeDocument/2006/relationships/image" Target="../media/image14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Relationship Id="rId3" Type="http://schemas.openxmlformats.org/officeDocument/2006/relationships/image" Target="../media/image25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Relationship Id="rId3" Type="http://schemas.openxmlformats.org/officeDocument/2006/relationships/image" Target="../media/image16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1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1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2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2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9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9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8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0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9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3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id May 2021">
  <p:cSld name="CUSTOM_1_1_1_1_1_1_1_1_1_1_3_1_1_4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>
        <p15:guide id="1" orient="horz" pos="401">
          <p15:clr>
            <a:srgbClr val="B7B7B7"/>
          </p15:clr>
        </p15:guide>
        <p15:guide id="2" orient="horz" pos="576">
          <p15:clr>
            <a:srgbClr val="B7B7B7"/>
          </p15:clr>
        </p15:guide>
        <p15:guide id="3" orient="horz" pos="751">
          <p15:clr>
            <a:srgbClr val="B7B7B7"/>
          </p15:clr>
        </p15:guide>
        <p15:guide id="4" orient="horz" pos="925">
          <p15:clr>
            <a:srgbClr val="B7B7B7"/>
          </p15:clr>
        </p15:guide>
        <p15:guide id="5" orient="horz" pos="1100">
          <p15:clr>
            <a:srgbClr val="B7B7B7"/>
          </p15:clr>
        </p15:guide>
        <p15:guide id="6" orient="horz" pos="1274">
          <p15:clr>
            <a:srgbClr val="B7B7B7"/>
          </p15:clr>
        </p15:guide>
        <p15:guide id="7" orient="horz" pos="1449">
          <p15:clr>
            <a:srgbClr val="B7B7B7"/>
          </p15:clr>
        </p15:guide>
        <p15:guide id="8" orient="horz" pos="1620">
          <p15:clr>
            <a:srgbClr val="B7B7B7"/>
          </p15:clr>
        </p15:guide>
        <p15:guide id="9" orient="horz" pos="1794">
          <p15:clr>
            <a:srgbClr val="B7B7B7"/>
          </p15:clr>
        </p15:guide>
        <p15:guide id="10" orient="horz" pos="1969">
          <p15:clr>
            <a:srgbClr val="B7B7B7"/>
          </p15:clr>
        </p15:guide>
        <p15:guide id="11" orient="horz" pos="2143">
          <p15:clr>
            <a:srgbClr val="B7B7B7"/>
          </p15:clr>
        </p15:guide>
        <p15:guide id="12" orient="horz" pos="2318">
          <p15:clr>
            <a:srgbClr val="B7B7B7"/>
          </p15:clr>
        </p15:guide>
        <p15:guide id="13" orient="horz" pos="2493">
          <p15:clr>
            <a:srgbClr val="B7B7B7"/>
          </p15:clr>
        </p15:guide>
        <p15:guide id="14" pos="2766">
          <p15:clr>
            <a:srgbClr val="FA7B17"/>
          </p15:clr>
        </p15:guide>
        <p15:guide id="15" pos="4377">
          <p15:clr>
            <a:srgbClr val="FA7B17"/>
          </p15:clr>
        </p15:guide>
        <p15:guide id="16" pos="1497">
          <p15:clr>
            <a:schemeClr val="accent1"/>
          </p15:clr>
        </p15:guide>
        <p15:guide id="17" pos="1610">
          <p15:clr>
            <a:srgbClr val="FA7B17"/>
          </p15:clr>
        </p15:guide>
        <p15:guide id="18" pos="2994">
          <p15:clr>
            <a:srgbClr val="FA7B17"/>
          </p15:clr>
        </p15:guide>
        <p15:guide id="19" pos="4150">
          <p15:clr>
            <a:srgbClr val="FA7B17"/>
          </p15:clr>
        </p15:guide>
        <p15:guide id="20" pos="2880">
          <p15:clr>
            <a:srgbClr val="7E24D5"/>
          </p15:clr>
        </p15:guide>
        <p15:guide id="21" pos="4264">
          <p15:clr>
            <a:srgbClr val="7E24D5"/>
          </p15:clr>
        </p15:guide>
        <p15:guide id="22" pos="1383">
          <p15:clr>
            <a:srgbClr val="FA7B17"/>
          </p15:clr>
        </p15:guide>
        <p15:guide id="23" pos="1959">
          <p15:clr>
            <a:srgbClr val="38BD60"/>
          </p15:clr>
        </p15:guide>
        <p15:guide id="24" pos="3801">
          <p15:clr>
            <a:schemeClr val="accent4"/>
          </p15:clr>
        </p15:guide>
        <p15:guide id="25" pos="1846">
          <p15:clr>
            <a:srgbClr val="FA7B17"/>
          </p15:clr>
        </p15:guide>
        <p15:guide id="26" pos="2073">
          <p15:clr>
            <a:srgbClr val="FA7B17"/>
          </p15:clr>
        </p15:guide>
        <p15:guide id="27" pos="3687">
          <p15:clr>
            <a:srgbClr val="FA7B17"/>
          </p15:clr>
        </p15:guide>
        <p15:guide id="28" pos="3914">
          <p15:clr>
            <a:srgbClr val="FA7B17"/>
          </p15:clr>
        </p15:guide>
        <p15:guide id="29" orient="horz" pos="2667">
          <p15:clr>
            <a:srgbClr val="CCCCCC"/>
          </p15:clr>
        </p15:guide>
        <p15:guide id="30" orient="horz" pos="2842">
          <p15:clr>
            <a:srgbClr val="CCCCCC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бсуждение 1">
  <p:cSld name="CUSTOM_1_1_1_1_1_1_1_1_1_1_3_1_1_4_1_1_2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/>
          <p:nvPr/>
        </p:nvSpPr>
        <p:spPr>
          <a:xfrm>
            <a:off x="0" y="5035325"/>
            <a:ext cx="9144000" cy="116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3"/>
          <p:cNvSpPr txBox="1"/>
          <p:nvPr>
            <p:ph idx="1" type="subTitle"/>
          </p:nvPr>
        </p:nvSpPr>
        <p:spPr>
          <a:xfrm>
            <a:off x="366775" y="4680000"/>
            <a:ext cx="7145700" cy="2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Montserrat Medium"/>
              <a:buNone/>
              <a:defRPr sz="1200">
                <a:solidFill>
                  <a:schemeClr val="accent4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Montserrat Medium"/>
              <a:buNone/>
              <a:defRPr>
                <a:solidFill>
                  <a:schemeClr val="accent4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Montserrat Medium"/>
              <a:buNone/>
              <a:defRPr>
                <a:solidFill>
                  <a:schemeClr val="accent4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Montserrat Medium"/>
              <a:buNone/>
              <a:defRPr>
                <a:solidFill>
                  <a:schemeClr val="accent4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Montserrat Medium"/>
              <a:buNone/>
              <a:defRPr>
                <a:solidFill>
                  <a:schemeClr val="accent4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Montserrat Medium"/>
              <a:buNone/>
              <a:defRPr>
                <a:solidFill>
                  <a:schemeClr val="accent4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Montserrat Medium"/>
              <a:buNone/>
              <a:defRPr>
                <a:solidFill>
                  <a:schemeClr val="accent4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Montserrat Medium"/>
              <a:buNone/>
              <a:defRPr>
                <a:solidFill>
                  <a:schemeClr val="accent4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Montserrat Medium"/>
              <a:buNone/>
              <a:defRPr>
                <a:solidFill>
                  <a:schemeClr val="accent4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pic>
        <p:nvPicPr>
          <p:cNvPr id="13" name="Google Shape;13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324017" y="4444625"/>
            <a:ext cx="534575" cy="590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01">
          <p15:clr>
            <a:srgbClr val="B7B7B7"/>
          </p15:clr>
        </p15:guide>
        <p15:guide id="2" orient="horz" pos="576">
          <p15:clr>
            <a:srgbClr val="B7B7B7"/>
          </p15:clr>
        </p15:guide>
        <p15:guide id="3" orient="horz" pos="751">
          <p15:clr>
            <a:srgbClr val="B7B7B7"/>
          </p15:clr>
        </p15:guide>
        <p15:guide id="4" orient="horz" pos="925">
          <p15:clr>
            <a:srgbClr val="B7B7B7"/>
          </p15:clr>
        </p15:guide>
        <p15:guide id="5" orient="horz" pos="1100">
          <p15:clr>
            <a:srgbClr val="B7B7B7"/>
          </p15:clr>
        </p15:guide>
        <p15:guide id="6" orient="horz" pos="1274">
          <p15:clr>
            <a:srgbClr val="B7B7B7"/>
          </p15:clr>
        </p15:guide>
        <p15:guide id="7" orient="horz" pos="1449">
          <p15:clr>
            <a:srgbClr val="B7B7B7"/>
          </p15:clr>
        </p15:guide>
        <p15:guide id="8" orient="horz" pos="1620">
          <p15:clr>
            <a:srgbClr val="B7B7B7"/>
          </p15:clr>
        </p15:guide>
        <p15:guide id="9" orient="horz" pos="1794">
          <p15:clr>
            <a:srgbClr val="B7B7B7"/>
          </p15:clr>
        </p15:guide>
        <p15:guide id="10" orient="horz" pos="1969">
          <p15:clr>
            <a:srgbClr val="B7B7B7"/>
          </p15:clr>
        </p15:guide>
        <p15:guide id="11" orient="horz" pos="2143">
          <p15:clr>
            <a:srgbClr val="B7B7B7"/>
          </p15:clr>
        </p15:guide>
        <p15:guide id="12" orient="horz" pos="2318">
          <p15:clr>
            <a:srgbClr val="B7B7B7"/>
          </p15:clr>
        </p15:guide>
        <p15:guide id="13" orient="horz" pos="2493">
          <p15:clr>
            <a:srgbClr val="B7B7B7"/>
          </p15:clr>
        </p15:guide>
        <p15:guide id="14" pos="2766">
          <p15:clr>
            <a:srgbClr val="FA7B17"/>
          </p15:clr>
        </p15:guide>
        <p15:guide id="15" pos="4377">
          <p15:clr>
            <a:srgbClr val="FA7B17"/>
          </p15:clr>
        </p15:guide>
        <p15:guide id="16" pos="1497">
          <p15:clr>
            <a:schemeClr val="accent1"/>
          </p15:clr>
        </p15:guide>
        <p15:guide id="17" pos="1610">
          <p15:clr>
            <a:srgbClr val="FA7B17"/>
          </p15:clr>
        </p15:guide>
        <p15:guide id="18" pos="2994">
          <p15:clr>
            <a:srgbClr val="FA7B17"/>
          </p15:clr>
        </p15:guide>
        <p15:guide id="19" pos="4150">
          <p15:clr>
            <a:srgbClr val="FA7B17"/>
          </p15:clr>
        </p15:guide>
        <p15:guide id="20" pos="2880">
          <p15:clr>
            <a:srgbClr val="7E24D5"/>
          </p15:clr>
        </p15:guide>
        <p15:guide id="21" pos="4264">
          <p15:clr>
            <a:srgbClr val="7E24D5"/>
          </p15:clr>
        </p15:guide>
        <p15:guide id="22" pos="1383">
          <p15:clr>
            <a:srgbClr val="FA7B17"/>
          </p15:clr>
        </p15:guide>
        <p15:guide id="23" pos="1958">
          <p15:clr>
            <a:srgbClr val="38BD60"/>
          </p15:clr>
        </p15:guide>
        <p15:guide id="24" pos="3802">
          <p15:clr>
            <a:schemeClr val="accent4"/>
          </p15:clr>
        </p15:guide>
        <p15:guide id="25" pos="1846">
          <p15:clr>
            <a:srgbClr val="FA7B17"/>
          </p15:clr>
        </p15:guide>
        <p15:guide id="26" pos="2073">
          <p15:clr>
            <a:srgbClr val="FA7B17"/>
          </p15:clr>
        </p15:guide>
        <p15:guide id="27" pos="3689">
          <p15:clr>
            <a:srgbClr val="FA7B17"/>
          </p15:clr>
        </p15:guide>
        <p15:guide id="28" pos="3914">
          <p15:clr>
            <a:srgbClr val="FA7B17"/>
          </p15:clr>
        </p15:guide>
        <p15:guide id="29" orient="horz" pos="2667">
          <p15:clr>
            <a:srgbClr val="CCCCCC"/>
          </p15:clr>
        </p15:guide>
        <p15:guide id="30" orient="horz" pos="2842">
          <p15:clr>
            <a:srgbClr val="CCCCCC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овторение">
  <p:cSld name="CUSTOM_1_1_1_1_1_1_1_1_1_1_3_1_1_4_1">
    <p:bg>
      <p:bgPr>
        <a:solidFill>
          <a:schemeClr val="lt2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Google Shape;15;p4"/>
          <p:cNvCxnSpPr/>
          <p:nvPr/>
        </p:nvCxnSpPr>
        <p:spPr>
          <a:xfrm>
            <a:off x="1100075" y="4775638"/>
            <a:ext cx="7663200" cy="0"/>
          </a:xfrm>
          <a:prstGeom prst="straightConnector1">
            <a:avLst/>
          </a:prstGeom>
          <a:noFill/>
          <a:ln cap="flat" cmpd="sng" w="19050">
            <a:solidFill>
              <a:srgbClr val="FFB4B0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6" name="Google Shape;16;p4"/>
          <p:cNvPicPr preferRelativeResize="0"/>
          <p:nvPr/>
        </p:nvPicPr>
        <p:blipFill rotWithShape="1">
          <a:blip r:embed="rId2">
            <a:alphaModFix/>
          </a:blip>
          <a:srcRect b="2651" l="0" r="0" t="2651"/>
          <a:stretch/>
        </p:blipFill>
        <p:spPr>
          <a:xfrm>
            <a:off x="8282897" y="4506549"/>
            <a:ext cx="445112" cy="365925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4"/>
          <p:cNvSpPr/>
          <p:nvPr/>
        </p:nvSpPr>
        <p:spPr>
          <a:xfrm>
            <a:off x="355500" y="4628050"/>
            <a:ext cx="3160500" cy="225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FFB4B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Повторение. Устройство компьютера</a:t>
            </a:r>
            <a:endParaRPr b="0" i="0" sz="1200" u="none" cap="none" strike="noStrike">
              <a:solidFill>
                <a:srgbClr val="FFB4B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01">
          <p15:clr>
            <a:srgbClr val="B7B7B7"/>
          </p15:clr>
        </p15:guide>
        <p15:guide id="2" orient="horz" pos="576">
          <p15:clr>
            <a:srgbClr val="B7B7B7"/>
          </p15:clr>
        </p15:guide>
        <p15:guide id="3" orient="horz" pos="751">
          <p15:clr>
            <a:srgbClr val="B7B7B7"/>
          </p15:clr>
        </p15:guide>
        <p15:guide id="4" orient="horz" pos="925">
          <p15:clr>
            <a:srgbClr val="B7B7B7"/>
          </p15:clr>
        </p15:guide>
        <p15:guide id="5" orient="horz" pos="1100">
          <p15:clr>
            <a:srgbClr val="B7B7B7"/>
          </p15:clr>
        </p15:guide>
        <p15:guide id="6" orient="horz" pos="1274">
          <p15:clr>
            <a:srgbClr val="B7B7B7"/>
          </p15:clr>
        </p15:guide>
        <p15:guide id="7" orient="horz" pos="1449">
          <p15:clr>
            <a:srgbClr val="B7B7B7"/>
          </p15:clr>
        </p15:guide>
        <p15:guide id="8" orient="horz" pos="1620">
          <p15:clr>
            <a:srgbClr val="B7B7B7"/>
          </p15:clr>
        </p15:guide>
        <p15:guide id="9" orient="horz" pos="1794">
          <p15:clr>
            <a:srgbClr val="B7B7B7"/>
          </p15:clr>
        </p15:guide>
        <p15:guide id="10" orient="horz" pos="1969">
          <p15:clr>
            <a:srgbClr val="B7B7B7"/>
          </p15:clr>
        </p15:guide>
        <p15:guide id="11" orient="horz" pos="2143">
          <p15:clr>
            <a:srgbClr val="B7B7B7"/>
          </p15:clr>
        </p15:guide>
        <p15:guide id="12" orient="horz" pos="2318">
          <p15:clr>
            <a:srgbClr val="B7B7B7"/>
          </p15:clr>
        </p15:guide>
        <p15:guide id="13" orient="horz" pos="2493">
          <p15:clr>
            <a:srgbClr val="B7B7B7"/>
          </p15:clr>
        </p15:guide>
        <p15:guide id="14" pos="2766">
          <p15:clr>
            <a:srgbClr val="FA7B17"/>
          </p15:clr>
        </p15:guide>
        <p15:guide id="15" pos="4319">
          <p15:clr>
            <a:srgbClr val="FA7B17"/>
          </p15:clr>
        </p15:guide>
        <p15:guide id="16" pos="1553">
          <p15:clr>
            <a:schemeClr val="accent1"/>
          </p15:clr>
        </p15:guide>
        <p15:guide id="17" pos="1667">
          <p15:clr>
            <a:srgbClr val="FA7B17"/>
          </p15:clr>
        </p15:guide>
        <p15:guide id="18" pos="2994">
          <p15:clr>
            <a:srgbClr val="FA7B17"/>
          </p15:clr>
        </p15:guide>
        <p15:guide id="19" pos="4092">
          <p15:clr>
            <a:srgbClr val="FA7B17"/>
          </p15:clr>
        </p15:guide>
        <p15:guide id="20" pos="2880">
          <p15:clr>
            <a:srgbClr val="7E24D5"/>
          </p15:clr>
        </p15:guide>
        <p15:guide id="21" pos="4206">
          <p15:clr>
            <a:srgbClr val="7E24D5"/>
          </p15:clr>
        </p15:guide>
        <p15:guide id="22" pos="1440">
          <p15:clr>
            <a:srgbClr val="FA7B17"/>
          </p15:clr>
        </p15:guide>
        <p15:guide id="23" pos="1958">
          <p15:clr>
            <a:srgbClr val="38BD60"/>
          </p15:clr>
        </p15:guide>
        <p15:guide id="24" pos="3802">
          <p15:clr>
            <a:schemeClr val="accent4"/>
          </p15:clr>
        </p15:guide>
        <p15:guide id="25" pos="1846">
          <p15:clr>
            <a:srgbClr val="FA7B17"/>
          </p15:clr>
        </p15:guide>
        <p15:guide id="26" pos="2073">
          <p15:clr>
            <a:srgbClr val="FA7B17"/>
          </p15:clr>
        </p15:guide>
        <p15:guide id="27" pos="3689">
          <p15:clr>
            <a:srgbClr val="FA7B17"/>
          </p15:clr>
        </p15:guide>
        <p15:guide id="28" pos="3914">
          <p15:clr>
            <a:srgbClr val="FA7B17"/>
          </p15:clr>
        </p15:guide>
        <p15:guide id="29" orient="horz" pos="2667">
          <p15:clr>
            <a:srgbClr val="CCCCCC"/>
          </p15:clr>
        </p15:guide>
        <p15:guide id="30" orient="horz" pos="2842">
          <p15:clr>
            <a:srgbClr val="CCCCCC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бсуждение">
  <p:cSld name="CUSTOM_1_1_1_1_1_1_1_1_1_1_3_1_1_4_1_1">
    <p:bg>
      <p:bgPr>
        <a:solidFill>
          <a:schemeClr val="lt2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Google Shape;19;p5"/>
          <p:cNvCxnSpPr/>
          <p:nvPr/>
        </p:nvCxnSpPr>
        <p:spPr>
          <a:xfrm>
            <a:off x="1106800" y="4772540"/>
            <a:ext cx="7675200" cy="0"/>
          </a:xfrm>
          <a:prstGeom prst="straightConnector1">
            <a:avLst/>
          </a:prstGeom>
          <a:noFill/>
          <a:ln cap="flat" cmpd="sng" w="19050">
            <a:solidFill>
              <a:srgbClr val="8EDBB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0" name="Google Shape;20;p5"/>
          <p:cNvPicPr preferRelativeResize="0"/>
          <p:nvPr/>
        </p:nvPicPr>
        <p:blipFill rotWithShape="1">
          <a:blip r:embed="rId2">
            <a:alphaModFix/>
          </a:blip>
          <a:srcRect b="9440" l="13147" r="14571" t="17774"/>
          <a:stretch/>
        </p:blipFill>
        <p:spPr>
          <a:xfrm>
            <a:off x="8357005" y="4469646"/>
            <a:ext cx="395325" cy="427462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5"/>
          <p:cNvSpPr/>
          <p:nvPr/>
        </p:nvSpPr>
        <p:spPr>
          <a:xfrm>
            <a:off x="358325" y="4628150"/>
            <a:ext cx="3160500" cy="225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8EDBB1"/>
                </a:solidFill>
                <a:highlight>
                  <a:schemeClr val="lt2"/>
                </a:highlight>
                <a:latin typeface="Montserrat Medium"/>
                <a:ea typeface="Montserrat Medium"/>
                <a:cs typeface="Montserrat Medium"/>
                <a:sym typeface="Montserrat Medium"/>
              </a:rPr>
              <a:t>Устройство компьютера. Обсуждение</a:t>
            </a:r>
            <a:endParaRPr b="0" i="0" sz="1200" u="none" cap="none" strike="noStrike">
              <a:solidFill>
                <a:srgbClr val="8EDBB1"/>
              </a:solidFill>
              <a:highlight>
                <a:schemeClr val="lt1"/>
              </a:highlight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01">
          <p15:clr>
            <a:srgbClr val="B7B7B7"/>
          </p15:clr>
        </p15:guide>
        <p15:guide id="2" orient="horz" pos="576">
          <p15:clr>
            <a:srgbClr val="B7B7B7"/>
          </p15:clr>
        </p15:guide>
        <p15:guide id="3" orient="horz" pos="751">
          <p15:clr>
            <a:srgbClr val="B7B7B7"/>
          </p15:clr>
        </p15:guide>
        <p15:guide id="4" orient="horz" pos="925">
          <p15:clr>
            <a:srgbClr val="B7B7B7"/>
          </p15:clr>
        </p15:guide>
        <p15:guide id="5" orient="horz" pos="1100">
          <p15:clr>
            <a:srgbClr val="B7B7B7"/>
          </p15:clr>
        </p15:guide>
        <p15:guide id="6" orient="horz" pos="1274">
          <p15:clr>
            <a:srgbClr val="B7B7B7"/>
          </p15:clr>
        </p15:guide>
        <p15:guide id="7" orient="horz" pos="1449">
          <p15:clr>
            <a:srgbClr val="B7B7B7"/>
          </p15:clr>
        </p15:guide>
        <p15:guide id="8" orient="horz" pos="1620">
          <p15:clr>
            <a:srgbClr val="B7B7B7"/>
          </p15:clr>
        </p15:guide>
        <p15:guide id="9" orient="horz" pos="1794">
          <p15:clr>
            <a:srgbClr val="B7B7B7"/>
          </p15:clr>
        </p15:guide>
        <p15:guide id="10" orient="horz" pos="1969">
          <p15:clr>
            <a:srgbClr val="B7B7B7"/>
          </p15:clr>
        </p15:guide>
        <p15:guide id="11" orient="horz" pos="2143">
          <p15:clr>
            <a:srgbClr val="B7B7B7"/>
          </p15:clr>
        </p15:guide>
        <p15:guide id="12" orient="horz" pos="2318">
          <p15:clr>
            <a:srgbClr val="B7B7B7"/>
          </p15:clr>
        </p15:guide>
        <p15:guide id="13" orient="horz" pos="2493">
          <p15:clr>
            <a:srgbClr val="B7B7B7"/>
          </p15:clr>
        </p15:guide>
        <p15:guide id="14" pos="2766">
          <p15:clr>
            <a:srgbClr val="FA7B17"/>
          </p15:clr>
        </p15:guide>
        <p15:guide id="15" pos="4377">
          <p15:clr>
            <a:srgbClr val="FA7B17"/>
          </p15:clr>
        </p15:guide>
        <p15:guide id="16" pos="1497">
          <p15:clr>
            <a:schemeClr val="accent1"/>
          </p15:clr>
        </p15:guide>
        <p15:guide id="17" pos="1610">
          <p15:clr>
            <a:srgbClr val="FA7B17"/>
          </p15:clr>
        </p15:guide>
        <p15:guide id="18" pos="2994">
          <p15:clr>
            <a:srgbClr val="FA7B17"/>
          </p15:clr>
        </p15:guide>
        <p15:guide id="19" pos="4150">
          <p15:clr>
            <a:srgbClr val="FA7B17"/>
          </p15:clr>
        </p15:guide>
        <p15:guide id="20" pos="2880">
          <p15:clr>
            <a:srgbClr val="7E24D5"/>
          </p15:clr>
        </p15:guide>
        <p15:guide id="21" pos="4264">
          <p15:clr>
            <a:srgbClr val="7E24D5"/>
          </p15:clr>
        </p15:guide>
        <p15:guide id="22" pos="1383">
          <p15:clr>
            <a:srgbClr val="FA7B17"/>
          </p15:clr>
        </p15:guide>
        <p15:guide id="23" pos="1958">
          <p15:clr>
            <a:srgbClr val="38BD60"/>
          </p15:clr>
        </p15:guide>
        <p15:guide id="24" pos="3802">
          <p15:clr>
            <a:schemeClr val="accent4"/>
          </p15:clr>
        </p15:guide>
        <p15:guide id="25" pos="1846">
          <p15:clr>
            <a:srgbClr val="FA7B17"/>
          </p15:clr>
        </p15:guide>
        <p15:guide id="26" pos="2073">
          <p15:clr>
            <a:srgbClr val="FA7B17"/>
          </p15:clr>
        </p15:guide>
        <p15:guide id="27" pos="3689">
          <p15:clr>
            <a:srgbClr val="FA7B17"/>
          </p15:clr>
        </p15:guide>
        <p15:guide id="28" pos="3914">
          <p15:clr>
            <a:srgbClr val="FA7B17"/>
          </p15:clr>
        </p15:guide>
        <p15:guide id="29" orient="horz" pos="2667">
          <p15:clr>
            <a:srgbClr val="CCCCCC"/>
          </p15:clr>
        </p15:guide>
        <p15:guide id="30" orient="horz" pos="2842">
          <p15:clr>
            <a:srgbClr val="CCCCCC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Новая тема">
  <p:cSld name="CUSTOM_1_1_1_1_1_1_1_1_1_1_3_1_1_4_1_1_1">
    <p:bg>
      <p:bgPr>
        <a:solidFill>
          <a:schemeClr val="lt2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Google Shape;23;p6"/>
          <p:cNvCxnSpPr/>
          <p:nvPr/>
        </p:nvCxnSpPr>
        <p:spPr>
          <a:xfrm>
            <a:off x="1106800" y="4774908"/>
            <a:ext cx="7675200" cy="0"/>
          </a:xfrm>
          <a:prstGeom prst="straightConnector1">
            <a:avLst/>
          </a:prstGeom>
          <a:noFill/>
          <a:ln cap="flat" cmpd="sng" w="19050">
            <a:solidFill>
              <a:srgbClr val="FFA0B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" name="Google Shape;24;p6"/>
          <p:cNvSpPr/>
          <p:nvPr/>
        </p:nvSpPr>
        <p:spPr>
          <a:xfrm>
            <a:off x="358325" y="4627299"/>
            <a:ext cx="3091800" cy="225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FFA0B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Новая тема. Устройство компьютера</a:t>
            </a:r>
            <a:endParaRPr b="0" i="0" sz="1200" u="none" cap="none" strike="noStrike">
              <a:solidFill>
                <a:srgbClr val="FFA0B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25" name="Google Shape;25;p6"/>
          <p:cNvPicPr preferRelativeResize="0"/>
          <p:nvPr/>
        </p:nvPicPr>
        <p:blipFill rotWithShape="1">
          <a:blip r:embed="rId2">
            <a:alphaModFix/>
          </a:blip>
          <a:srcRect b="-9914" l="15635" r="10683" t="0"/>
          <a:stretch/>
        </p:blipFill>
        <p:spPr>
          <a:xfrm>
            <a:off x="8395550" y="4537073"/>
            <a:ext cx="322650" cy="459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01">
          <p15:clr>
            <a:srgbClr val="B7B7B7"/>
          </p15:clr>
        </p15:guide>
        <p15:guide id="2" orient="horz" pos="576">
          <p15:clr>
            <a:srgbClr val="B7B7B7"/>
          </p15:clr>
        </p15:guide>
        <p15:guide id="3" orient="horz" pos="751">
          <p15:clr>
            <a:srgbClr val="B7B7B7"/>
          </p15:clr>
        </p15:guide>
        <p15:guide id="4" orient="horz" pos="925">
          <p15:clr>
            <a:srgbClr val="B7B7B7"/>
          </p15:clr>
        </p15:guide>
        <p15:guide id="5" orient="horz" pos="1100">
          <p15:clr>
            <a:srgbClr val="B7B7B7"/>
          </p15:clr>
        </p15:guide>
        <p15:guide id="6" orient="horz" pos="1274">
          <p15:clr>
            <a:srgbClr val="B7B7B7"/>
          </p15:clr>
        </p15:guide>
        <p15:guide id="7" orient="horz" pos="1449">
          <p15:clr>
            <a:srgbClr val="B7B7B7"/>
          </p15:clr>
        </p15:guide>
        <p15:guide id="8" orient="horz" pos="1620">
          <p15:clr>
            <a:srgbClr val="B7B7B7"/>
          </p15:clr>
        </p15:guide>
        <p15:guide id="9" orient="horz" pos="1794">
          <p15:clr>
            <a:srgbClr val="B7B7B7"/>
          </p15:clr>
        </p15:guide>
        <p15:guide id="10" orient="horz" pos="1969">
          <p15:clr>
            <a:srgbClr val="B7B7B7"/>
          </p15:clr>
        </p15:guide>
        <p15:guide id="11" orient="horz" pos="2143">
          <p15:clr>
            <a:srgbClr val="B7B7B7"/>
          </p15:clr>
        </p15:guide>
        <p15:guide id="12" orient="horz" pos="2318">
          <p15:clr>
            <a:srgbClr val="B7B7B7"/>
          </p15:clr>
        </p15:guide>
        <p15:guide id="13" orient="horz" pos="2493">
          <p15:clr>
            <a:srgbClr val="B7B7B7"/>
          </p15:clr>
        </p15:guide>
        <p15:guide id="14" pos="2766">
          <p15:clr>
            <a:srgbClr val="FA7B17"/>
          </p15:clr>
        </p15:guide>
        <p15:guide id="15" pos="4377">
          <p15:clr>
            <a:srgbClr val="FA7B17"/>
          </p15:clr>
        </p15:guide>
        <p15:guide id="16" pos="1497">
          <p15:clr>
            <a:schemeClr val="accent1"/>
          </p15:clr>
        </p15:guide>
        <p15:guide id="17" pos="1610">
          <p15:clr>
            <a:srgbClr val="FA7B17"/>
          </p15:clr>
        </p15:guide>
        <p15:guide id="18" pos="2994">
          <p15:clr>
            <a:srgbClr val="FA7B17"/>
          </p15:clr>
        </p15:guide>
        <p15:guide id="19" pos="4150">
          <p15:clr>
            <a:srgbClr val="FA7B17"/>
          </p15:clr>
        </p15:guide>
        <p15:guide id="20" pos="2880">
          <p15:clr>
            <a:srgbClr val="7E24D5"/>
          </p15:clr>
        </p15:guide>
        <p15:guide id="21" pos="4264">
          <p15:clr>
            <a:srgbClr val="7E24D5"/>
          </p15:clr>
        </p15:guide>
        <p15:guide id="22" pos="1383">
          <p15:clr>
            <a:srgbClr val="FA7B17"/>
          </p15:clr>
        </p15:guide>
        <p15:guide id="23" pos="1958">
          <p15:clr>
            <a:srgbClr val="38BD60"/>
          </p15:clr>
        </p15:guide>
        <p15:guide id="24" pos="3802">
          <p15:clr>
            <a:schemeClr val="accent4"/>
          </p15:clr>
        </p15:guide>
        <p15:guide id="25" pos="1846">
          <p15:clr>
            <a:srgbClr val="FA7B17"/>
          </p15:clr>
        </p15:guide>
        <p15:guide id="26" pos="2073">
          <p15:clr>
            <a:srgbClr val="FA7B17"/>
          </p15:clr>
        </p15:guide>
        <p15:guide id="27" pos="3689">
          <p15:clr>
            <a:srgbClr val="FA7B17"/>
          </p15:clr>
        </p15:guide>
        <p15:guide id="28" pos="3914">
          <p15:clr>
            <a:srgbClr val="FA7B17"/>
          </p15:clr>
        </p15:guide>
        <p15:guide id="29" orient="horz" pos="2667">
          <p15:clr>
            <a:srgbClr val="CCCCCC"/>
          </p15:clr>
        </p15:guide>
        <p15:guide id="30" orient="horz" pos="2842">
          <p15:clr>
            <a:srgbClr val="CCCCCC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абота на платформе">
  <p:cSld name="CUSTOM_1_1_1_1_1_1_1_1_1_1_3_1_1_4_1_1_1_2">
    <p:bg>
      <p:bgPr>
        <a:solidFill>
          <a:schemeClr val="lt2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" name="Google Shape;27;p7"/>
          <p:cNvCxnSpPr/>
          <p:nvPr/>
        </p:nvCxnSpPr>
        <p:spPr>
          <a:xfrm>
            <a:off x="1106800" y="4774187"/>
            <a:ext cx="7675200" cy="0"/>
          </a:xfrm>
          <a:prstGeom prst="straightConnector1">
            <a:avLst/>
          </a:prstGeom>
          <a:noFill/>
          <a:ln cap="flat" cmpd="sng" w="19050">
            <a:solidFill>
              <a:srgbClr val="B99DC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" name="Google Shape;28;p7"/>
          <p:cNvSpPr/>
          <p:nvPr/>
        </p:nvSpPr>
        <p:spPr>
          <a:xfrm>
            <a:off x="358325" y="4629797"/>
            <a:ext cx="1828800" cy="225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B99DC7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Работа на платформе</a:t>
            </a:r>
            <a:endParaRPr b="0" i="0" sz="1200" u="none" cap="none" strike="noStrike">
              <a:solidFill>
                <a:srgbClr val="B99DC7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29" name="Google Shape;29;p7"/>
          <p:cNvPicPr preferRelativeResize="0"/>
          <p:nvPr/>
        </p:nvPicPr>
        <p:blipFill rotWithShape="1">
          <a:blip r:embed="rId2">
            <a:alphaModFix/>
          </a:blip>
          <a:srcRect b="11459" l="16558" r="8072" t="11212"/>
          <a:stretch/>
        </p:blipFill>
        <p:spPr>
          <a:xfrm>
            <a:off x="8351696" y="4487862"/>
            <a:ext cx="426275" cy="399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01">
          <p15:clr>
            <a:srgbClr val="B7B7B7"/>
          </p15:clr>
        </p15:guide>
        <p15:guide id="2" orient="horz" pos="576">
          <p15:clr>
            <a:srgbClr val="B7B7B7"/>
          </p15:clr>
        </p15:guide>
        <p15:guide id="3" orient="horz" pos="751">
          <p15:clr>
            <a:srgbClr val="B7B7B7"/>
          </p15:clr>
        </p15:guide>
        <p15:guide id="4" orient="horz" pos="925">
          <p15:clr>
            <a:srgbClr val="B7B7B7"/>
          </p15:clr>
        </p15:guide>
        <p15:guide id="5" orient="horz" pos="1100">
          <p15:clr>
            <a:srgbClr val="B7B7B7"/>
          </p15:clr>
        </p15:guide>
        <p15:guide id="6" orient="horz" pos="1274">
          <p15:clr>
            <a:srgbClr val="B7B7B7"/>
          </p15:clr>
        </p15:guide>
        <p15:guide id="7" orient="horz" pos="1449">
          <p15:clr>
            <a:srgbClr val="B7B7B7"/>
          </p15:clr>
        </p15:guide>
        <p15:guide id="8" orient="horz" pos="1620">
          <p15:clr>
            <a:srgbClr val="B7B7B7"/>
          </p15:clr>
        </p15:guide>
        <p15:guide id="9" orient="horz" pos="1794">
          <p15:clr>
            <a:srgbClr val="B7B7B7"/>
          </p15:clr>
        </p15:guide>
        <p15:guide id="10" orient="horz" pos="1969">
          <p15:clr>
            <a:srgbClr val="B7B7B7"/>
          </p15:clr>
        </p15:guide>
        <p15:guide id="11" orient="horz" pos="2143">
          <p15:clr>
            <a:srgbClr val="B7B7B7"/>
          </p15:clr>
        </p15:guide>
        <p15:guide id="12" orient="horz" pos="2318">
          <p15:clr>
            <a:srgbClr val="B7B7B7"/>
          </p15:clr>
        </p15:guide>
        <p15:guide id="13" orient="horz" pos="2493">
          <p15:clr>
            <a:srgbClr val="B7B7B7"/>
          </p15:clr>
        </p15:guide>
        <p15:guide id="14" pos="2766">
          <p15:clr>
            <a:srgbClr val="FA7B17"/>
          </p15:clr>
        </p15:guide>
        <p15:guide id="15" pos="4377">
          <p15:clr>
            <a:srgbClr val="FA7B17"/>
          </p15:clr>
        </p15:guide>
        <p15:guide id="16" pos="1497">
          <p15:clr>
            <a:schemeClr val="accent1"/>
          </p15:clr>
        </p15:guide>
        <p15:guide id="17" pos="1610">
          <p15:clr>
            <a:srgbClr val="FA7B17"/>
          </p15:clr>
        </p15:guide>
        <p15:guide id="18" pos="2994">
          <p15:clr>
            <a:srgbClr val="FA7B17"/>
          </p15:clr>
        </p15:guide>
        <p15:guide id="19" pos="4150">
          <p15:clr>
            <a:srgbClr val="FA7B17"/>
          </p15:clr>
        </p15:guide>
        <p15:guide id="20" pos="2880">
          <p15:clr>
            <a:srgbClr val="7E24D5"/>
          </p15:clr>
        </p15:guide>
        <p15:guide id="21" pos="4264">
          <p15:clr>
            <a:srgbClr val="7E24D5"/>
          </p15:clr>
        </p15:guide>
        <p15:guide id="22" pos="1378">
          <p15:clr>
            <a:srgbClr val="FA7B17"/>
          </p15:clr>
        </p15:guide>
        <p15:guide id="23" pos="1958">
          <p15:clr>
            <a:srgbClr val="38BD60"/>
          </p15:clr>
        </p15:guide>
        <p15:guide id="24" pos="3802">
          <p15:clr>
            <a:schemeClr val="accent4"/>
          </p15:clr>
        </p15:guide>
        <p15:guide id="25" pos="1846">
          <p15:clr>
            <a:srgbClr val="FA7B17"/>
          </p15:clr>
        </p15:guide>
        <p15:guide id="26" pos="2073">
          <p15:clr>
            <a:srgbClr val="FA7B17"/>
          </p15:clr>
        </p15:guide>
        <p15:guide id="27" pos="3689">
          <p15:clr>
            <a:srgbClr val="FA7B17"/>
          </p15:clr>
        </p15:guide>
        <p15:guide id="28" pos="3914">
          <p15:clr>
            <a:srgbClr val="FA7B17"/>
          </p15:clr>
        </p15:guide>
        <p15:guide id="29" orient="horz" pos="2667">
          <p15:clr>
            <a:srgbClr val="CCCCCC"/>
          </p15:clr>
        </p15:guide>
        <p15:guide id="30" orient="horz" pos="2842">
          <p15:clr>
            <a:srgbClr val="CCCCCC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вершение урока">
  <p:cSld name="CUSTOM_1_1_1_1_1_1_1_1_1_1_3_1_1_4_1_1_1_1">
    <p:bg>
      <p:bgPr>
        <a:solidFill>
          <a:schemeClr val="lt2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" name="Google Shape;31;p8"/>
          <p:cNvCxnSpPr/>
          <p:nvPr/>
        </p:nvCxnSpPr>
        <p:spPr>
          <a:xfrm>
            <a:off x="1108638" y="4773762"/>
            <a:ext cx="7675200" cy="0"/>
          </a:xfrm>
          <a:prstGeom prst="straightConnector1">
            <a:avLst/>
          </a:prstGeom>
          <a:noFill/>
          <a:ln cap="flat" cmpd="sng" w="19050">
            <a:solidFill>
              <a:srgbClr val="A4E7F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" name="Google Shape;32;p8"/>
          <p:cNvSpPr/>
          <p:nvPr/>
        </p:nvSpPr>
        <p:spPr>
          <a:xfrm>
            <a:off x="360150" y="4626153"/>
            <a:ext cx="1678800" cy="225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A4E7FA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Завершение урока</a:t>
            </a:r>
            <a:endParaRPr b="0" i="0" sz="1200" u="none" cap="none" strike="noStrike">
              <a:solidFill>
                <a:srgbClr val="A4E7FA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33" name="Google Shape;33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141799" y="4325375"/>
            <a:ext cx="529050" cy="448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01">
          <p15:clr>
            <a:srgbClr val="B7B7B7"/>
          </p15:clr>
        </p15:guide>
        <p15:guide id="2" orient="horz" pos="576">
          <p15:clr>
            <a:srgbClr val="B7B7B7"/>
          </p15:clr>
        </p15:guide>
        <p15:guide id="3" orient="horz" pos="751">
          <p15:clr>
            <a:srgbClr val="B7B7B7"/>
          </p15:clr>
        </p15:guide>
        <p15:guide id="4" orient="horz" pos="925">
          <p15:clr>
            <a:srgbClr val="B7B7B7"/>
          </p15:clr>
        </p15:guide>
        <p15:guide id="5" orient="horz" pos="1100">
          <p15:clr>
            <a:srgbClr val="B7B7B7"/>
          </p15:clr>
        </p15:guide>
        <p15:guide id="6" orient="horz" pos="1274">
          <p15:clr>
            <a:srgbClr val="B7B7B7"/>
          </p15:clr>
        </p15:guide>
        <p15:guide id="7" orient="horz" pos="1449">
          <p15:clr>
            <a:srgbClr val="B7B7B7"/>
          </p15:clr>
        </p15:guide>
        <p15:guide id="8" orient="horz" pos="1620">
          <p15:clr>
            <a:srgbClr val="B7B7B7"/>
          </p15:clr>
        </p15:guide>
        <p15:guide id="9" orient="horz" pos="1794">
          <p15:clr>
            <a:srgbClr val="B7B7B7"/>
          </p15:clr>
        </p15:guide>
        <p15:guide id="10" orient="horz" pos="1969">
          <p15:clr>
            <a:srgbClr val="B7B7B7"/>
          </p15:clr>
        </p15:guide>
        <p15:guide id="11" orient="horz" pos="2143">
          <p15:clr>
            <a:srgbClr val="B7B7B7"/>
          </p15:clr>
        </p15:guide>
        <p15:guide id="12" orient="horz" pos="2318">
          <p15:clr>
            <a:srgbClr val="B7B7B7"/>
          </p15:clr>
        </p15:guide>
        <p15:guide id="13" orient="horz" pos="2493">
          <p15:clr>
            <a:srgbClr val="B7B7B7"/>
          </p15:clr>
        </p15:guide>
        <p15:guide id="14" pos="2766">
          <p15:clr>
            <a:srgbClr val="FA7B17"/>
          </p15:clr>
        </p15:guide>
        <p15:guide id="15" pos="4377">
          <p15:clr>
            <a:srgbClr val="FA7B17"/>
          </p15:clr>
        </p15:guide>
        <p15:guide id="16" pos="1497">
          <p15:clr>
            <a:schemeClr val="accent1"/>
          </p15:clr>
        </p15:guide>
        <p15:guide id="17" pos="1610">
          <p15:clr>
            <a:srgbClr val="FA7B17"/>
          </p15:clr>
        </p15:guide>
        <p15:guide id="18" pos="2994">
          <p15:clr>
            <a:srgbClr val="FA7B17"/>
          </p15:clr>
        </p15:guide>
        <p15:guide id="19" pos="4150">
          <p15:clr>
            <a:srgbClr val="FA7B17"/>
          </p15:clr>
        </p15:guide>
        <p15:guide id="20" pos="2880">
          <p15:clr>
            <a:srgbClr val="7E24D5"/>
          </p15:clr>
        </p15:guide>
        <p15:guide id="21" pos="4264">
          <p15:clr>
            <a:srgbClr val="7E24D5"/>
          </p15:clr>
        </p15:guide>
        <p15:guide id="22" pos="1383">
          <p15:clr>
            <a:srgbClr val="FA7B17"/>
          </p15:clr>
        </p15:guide>
        <p15:guide id="23" pos="1958">
          <p15:clr>
            <a:srgbClr val="38BD60"/>
          </p15:clr>
        </p15:guide>
        <p15:guide id="24" pos="3802">
          <p15:clr>
            <a:schemeClr val="accent4"/>
          </p15:clr>
        </p15:guide>
        <p15:guide id="25" pos="1846">
          <p15:clr>
            <a:srgbClr val="FA7B17"/>
          </p15:clr>
        </p15:guide>
        <p15:guide id="26" pos="2073">
          <p15:clr>
            <a:srgbClr val="FA7B17"/>
          </p15:clr>
        </p15:guide>
        <p15:guide id="27" pos="3689">
          <p15:clr>
            <a:srgbClr val="FA7B17"/>
          </p15:clr>
        </p15:guide>
        <p15:guide id="28" pos="3914">
          <p15:clr>
            <a:srgbClr val="FA7B17"/>
          </p15:clr>
        </p15:guide>
        <p15:guide id="29" orient="horz" pos="2667">
          <p15:clr>
            <a:srgbClr val="CCCCCC"/>
          </p15:clr>
        </p15:guide>
        <p15:guide id="30" orient="horz" pos="2842">
          <p15:clr>
            <a:srgbClr val="CCCCCC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бсуждение">
  <p:cSld name="CUSTOM_1_1_1_1_1_1_1_1_1_1_3_1_1_4_1_1">
    <p:bg>
      <p:bgPr>
        <a:solidFill>
          <a:schemeClr val="lt1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/>
          <p:cNvSpPr/>
          <p:nvPr/>
        </p:nvSpPr>
        <p:spPr>
          <a:xfrm>
            <a:off x="0" y="5035325"/>
            <a:ext cx="9144000" cy="116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10"/>
          <p:cNvSpPr txBox="1"/>
          <p:nvPr>
            <p:ph idx="1" type="subTitle"/>
          </p:nvPr>
        </p:nvSpPr>
        <p:spPr>
          <a:xfrm>
            <a:off x="366775" y="4680000"/>
            <a:ext cx="7145700" cy="2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Montserrat Medium"/>
              <a:buNone/>
              <a:defRPr sz="1200">
                <a:solidFill>
                  <a:schemeClr val="accent4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Montserrat Medium"/>
              <a:buNone/>
              <a:defRPr>
                <a:solidFill>
                  <a:schemeClr val="accent4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Montserrat Medium"/>
              <a:buNone/>
              <a:defRPr>
                <a:solidFill>
                  <a:schemeClr val="accent4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Montserrat Medium"/>
              <a:buNone/>
              <a:defRPr>
                <a:solidFill>
                  <a:schemeClr val="accent4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Montserrat Medium"/>
              <a:buNone/>
              <a:defRPr>
                <a:solidFill>
                  <a:schemeClr val="accent4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Montserrat Medium"/>
              <a:buNone/>
              <a:defRPr>
                <a:solidFill>
                  <a:schemeClr val="accent4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Montserrat Medium"/>
              <a:buNone/>
              <a:defRPr>
                <a:solidFill>
                  <a:schemeClr val="accent4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Montserrat Medium"/>
              <a:buNone/>
              <a:defRPr>
                <a:solidFill>
                  <a:schemeClr val="accent4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Montserrat Medium"/>
              <a:buNone/>
              <a:defRPr>
                <a:solidFill>
                  <a:schemeClr val="accent4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pic>
        <p:nvPicPr>
          <p:cNvPr id="41" name="Google Shape;41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324017" y="4444625"/>
            <a:ext cx="534575" cy="590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01">
          <p15:clr>
            <a:srgbClr val="B7B7B7"/>
          </p15:clr>
        </p15:guide>
        <p15:guide id="2" orient="horz" pos="576">
          <p15:clr>
            <a:srgbClr val="B7B7B7"/>
          </p15:clr>
        </p15:guide>
        <p15:guide id="3" orient="horz" pos="751">
          <p15:clr>
            <a:srgbClr val="B7B7B7"/>
          </p15:clr>
        </p15:guide>
        <p15:guide id="4" orient="horz" pos="925">
          <p15:clr>
            <a:srgbClr val="B7B7B7"/>
          </p15:clr>
        </p15:guide>
        <p15:guide id="5" orient="horz" pos="1100">
          <p15:clr>
            <a:srgbClr val="B7B7B7"/>
          </p15:clr>
        </p15:guide>
        <p15:guide id="6" orient="horz" pos="1274">
          <p15:clr>
            <a:srgbClr val="B7B7B7"/>
          </p15:clr>
        </p15:guide>
        <p15:guide id="7" orient="horz" pos="1449">
          <p15:clr>
            <a:srgbClr val="B7B7B7"/>
          </p15:clr>
        </p15:guide>
        <p15:guide id="8" orient="horz" pos="1620">
          <p15:clr>
            <a:srgbClr val="B7B7B7"/>
          </p15:clr>
        </p15:guide>
        <p15:guide id="9" orient="horz" pos="1794">
          <p15:clr>
            <a:srgbClr val="B7B7B7"/>
          </p15:clr>
        </p15:guide>
        <p15:guide id="10" orient="horz" pos="1969">
          <p15:clr>
            <a:srgbClr val="B7B7B7"/>
          </p15:clr>
        </p15:guide>
        <p15:guide id="11" orient="horz" pos="2143">
          <p15:clr>
            <a:srgbClr val="B7B7B7"/>
          </p15:clr>
        </p15:guide>
        <p15:guide id="12" orient="horz" pos="2318">
          <p15:clr>
            <a:srgbClr val="B7B7B7"/>
          </p15:clr>
        </p15:guide>
        <p15:guide id="13" orient="horz" pos="2493">
          <p15:clr>
            <a:srgbClr val="B7B7B7"/>
          </p15:clr>
        </p15:guide>
        <p15:guide id="14" pos="2766">
          <p15:clr>
            <a:srgbClr val="FA7B17"/>
          </p15:clr>
        </p15:guide>
        <p15:guide id="15" pos="4377">
          <p15:clr>
            <a:srgbClr val="FA7B17"/>
          </p15:clr>
        </p15:guide>
        <p15:guide id="16" pos="1497">
          <p15:clr>
            <a:schemeClr val="accent1"/>
          </p15:clr>
        </p15:guide>
        <p15:guide id="17" pos="1610">
          <p15:clr>
            <a:srgbClr val="FA7B17"/>
          </p15:clr>
        </p15:guide>
        <p15:guide id="18" pos="2994">
          <p15:clr>
            <a:srgbClr val="FA7B17"/>
          </p15:clr>
        </p15:guide>
        <p15:guide id="19" pos="4150">
          <p15:clr>
            <a:srgbClr val="FA7B17"/>
          </p15:clr>
        </p15:guide>
        <p15:guide id="20" pos="2880">
          <p15:clr>
            <a:srgbClr val="7E24D5"/>
          </p15:clr>
        </p15:guide>
        <p15:guide id="21" pos="4264">
          <p15:clr>
            <a:srgbClr val="7E24D5"/>
          </p15:clr>
        </p15:guide>
        <p15:guide id="22" pos="1383">
          <p15:clr>
            <a:srgbClr val="FA7B17"/>
          </p15:clr>
        </p15:guide>
        <p15:guide id="23" pos="1958">
          <p15:clr>
            <a:srgbClr val="38BD60"/>
          </p15:clr>
        </p15:guide>
        <p15:guide id="24" pos="3802">
          <p15:clr>
            <a:schemeClr val="accent4"/>
          </p15:clr>
        </p15:guide>
        <p15:guide id="25" pos="1846">
          <p15:clr>
            <a:srgbClr val="FA7B17"/>
          </p15:clr>
        </p15:guide>
        <p15:guide id="26" pos="2073">
          <p15:clr>
            <a:srgbClr val="FA7B17"/>
          </p15:clr>
        </p15:guide>
        <p15:guide id="27" pos="3689">
          <p15:clr>
            <a:srgbClr val="FA7B17"/>
          </p15:clr>
        </p15:guide>
        <p15:guide id="28" pos="3914">
          <p15:clr>
            <a:srgbClr val="FA7B17"/>
          </p15:clr>
        </p15:guide>
        <p15:guide id="29" orient="horz" pos="2667">
          <p15:clr>
            <a:srgbClr val="CCCCCC"/>
          </p15:clr>
        </p15:guide>
        <p15:guide id="30" orient="horz" pos="2842">
          <p15:clr>
            <a:srgbClr val="CCCCCC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етка Май 2021">
  <p:cSld name="CUSTOM_1_1_1_1_1_1_1_1_1_1_3_1_1_4">
    <p:bg>
      <p:bgPr>
        <a:solidFill>
          <a:schemeClr val="accent1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/>
          <p:nvPr/>
        </p:nvSpPr>
        <p:spPr>
          <a:xfrm>
            <a:off x="636830" y="4404303"/>
            <a:ext cx="19875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400" u="none" cap="none" strike="noStrik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Скачать методичку</a:t>
            </a:r>
            <a:endParaRPr b="0" i="0" sz="1400" u="none" cap="none" strike="noStrike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44" name="Google Shape;44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39926" y="4596227"/>
            <a:ext cx="266925" cy="247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" name="Google Shape;45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2925" y="345875"/>
            <a:ext cx="1756800" cy="439200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11"/>
          <p:cNvSpPr txBox="1"/>
          <p:nvPr>
            <p:ph idx="1" type="subTitle"/>
          </p:nvPr>
        </p:nvSpPr>
        <p:spPr>
          <a:xfrm>
            <a:off x="352925" y="1473400"/>
            <a:ext cx="8108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47" name="Google Shape;47;p11"/>
          <p:cNvSpPr txBox="1"/>
          <p:nvPr>
            <p:ph type="title"/>
          </p:nvPr>
        </p:nvSpPr>
        <p:spPr>
          <a:xfrm>
            <a:off x="352925" y="1859151"/>
            <a:ext cx="4224300" cy="2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Montserrat ExtraBold"/>
              <a:buNone/>
              <a:defRPr sz="40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Montserrat ExtraBold"/>
              <a:buNone/>
              <a:defRPr sz="40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Montserrat ExtraBold"/>
              <a:buNone/>
              <a:defRPr sz="40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Montserrat ExtraBold"/>
              <a:buNone/>
              <a:defRPr sz="40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Montserrat ExtraBold"/>
              <a:buNone/>
              <a:defRPr sz="40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Montserrat ExtraBold"/>
              <a:buNone/>
              <a:defRPr sz="40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Montserrat ExtraBold"/>
              <a:buNone/>
              <a:defRPr sz="40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Montserrat ExtraBold"/>
              <a:buNone/>
              <a:defRPr sz="40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Montserrat ExtraBold"/>
              <a:buNone/>
              <a:defRPr sz="40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01">
          <p15:clr>
            <a:srgbClr val="B7B7B7"/>
          </p15:clr>
        </p15:guide>
        <p15:guide id="2" orient="horz" pos="576">
          <p15:clr>
            <a:srgbClr val="B7B7B7"/>
          </p15:clr>
        </p15:guide>
        <p15:guide id="3" orient="horz" pos="751">
          <p15:clr>
            <a:srgbClr val="B7B7B7"/>
          </p15:clr>
        </p15:guide>
        <p15:guide id="4" orient="horz" pos="925">
          <p15:clr>
            <a:srgbClr val="B7B7B7"/>
          </p15:clr>
        </p15:guide>
        <p15:guide id="5" orient="horz" pos="1100">
          <p15:clr>
            <a:srgbClr val="B7B7B7"/>
          </p15:clr>
        </p15:guide>
        <p15:guide id="6" orient="horz" pos="1274">
          <p15:clr>
            <a:srgbClr val="B7B7B7"/>
          </p15:clr>
        </p15:guide>
        <p15:guide id="7" orient="horz" pos="1449">
          <p15:clr>
            <a:srgbClr val="B7B7B7"/>
          </p15:clr>
        </p15:guide>
        <p15:guide id="8" orient="horz" pos="1620">
          <p15:clr>
            <a:srgbClr val="B7B7B7"/>
          </p15:clr>
        </p15:guide>
        <p15:guide id="9" orient="horz" pos="1794">
          <p15:clr>
            <a:srgbClr val="B7B7B7"/>
          </p15:clr>
        </p15:guide>
        <p15:guide id="10" orient="horz" pos="1969">
          <p15:clr>
            <a:srgbClr val="B7B7B7"/>
          </p15:clr>
        </p15:guide>
        <p15:guide id="11" orient="horz" pos="2143">
          <p15:clr>
            <a:srgbClr val="B7B7B7"/>
          </p15:clr>
        </p15:guide>
        <p15:guide id="12" orient="horz" pos="2318">
          <p15:clr>
            <a:srgbClr val="B7B7B7"/>
          </p15:clr>
        </p15:guide>
        <p15:guide id="13" orient="horz" pos="2493">
          <p15:clr>
            <a:srgbClr val="B7B7B7"/>
          </p15:clr>
        </p15:guide>
        <p15:guide id="14" pos="2766">
          <p15:clr>
            <a:srgbClr val="FA7B17"/>
          </p15:clr>
        </p15:guide>
        <p15:guide id="15" pos="4377">
          <p15:clr>
            <a:srgbClr val="FA7B17"/>
          </p15:clr>
        </p15:guide>
        <p15:guide id="16" pos="1497">
          <p15:clr>
            <a:schemeClr val="accent1"/>
          </p15:clr>
        </p15:guide>
        <p15:guide id="17" pos="1610">
          <p15:clr>
            <a:srgbClr val="FA7B17"/>
          </p15:clr>
        </p15:guide>
        <p15:guide id="18" pos="2994">
          <p15:clr>
            <a:srgbClr val="FA7B17"/>
          </p15:clr>
        </p15:guide>
        <p15:guide id="19" pos="4150">
          <p15:clr>
            <a:srgbClr val="FA7B17"/>
          </p15:clr>
        </p15:guide>
        <p15:guide id="20" pos="2880">
          <p15:clr>
            <a:srgbClr val="7E24D5"/>
          </p15:clr>
        </p15:guide>
        <p15:guide id="21" pos="4264">
          <p15:clr>
            <a:srgbClr val="7E24D5"/>
          </p15:clr>
        </p15:guide>
        <p15:guide id="22" pos="1383">
          <p15:clr>
            <a:srgbClr val="FA7B17"/>
          </p15:clr>
        </p15:guide>
        <p15:guide id="23" pos="1959">
          <p15:clr>
            <a:srgbClr val="38BD60"/>
          </p15:clr>
        </p15:guide>
        <p15:guide id="24" pos="3801">
          <p15:clr>
            <a:schemeClr val="accent4"/>
          </p15:clr>
        </p15:guide>
        <p15:guide id="25" pos="1846">
          <p15:clr>
            <a:srgbClr val="FA7B17"/>
          </p15:clr>
        </p15:guide>
        <p15:guide id="26" pos="2073">
          <p15:clr>
            <a:srgbClr val="FA7B17"/>
          </p15:clr>
        </p15:guide>
        <p15:guide id="27" pos="3687">
          <p15:clr>
            <a:srgbClr val="FA7B17"/>
          </p15:clr>
        </p15:guide>
        <p15:guide id="28" pos="3914">
          <p15:clr>
            <a:srgbClr val="FA7B17"/>
          </p15:clr>
        </p15:guide>
        <p15:guide id="29" orient="horz" pos="2667">
          <p15:clr>
            <a:srgbClr val="CCCCCC"/>
          </p15:clr>
        </p15:guide>
        <p15:guide id="30" orient="horz" pos="2842">
          <p15:clr>
            <a:srgbClr val="CCCCCC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етка Май 2021 1">
  <p:cSld name="CUSTOM_1_1_1_1_1_1_1_1_1_1_3_1_1_4_5">
    <p:bg>
      <p:bgPr>
        <a:solidFill>
          <a:schemeClr val="accent1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oogle Shape;49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52925" y="345875"/>
            <a:ext cx="1756800" cy="43920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12"/>
          <p:cNvSpPr txBox="1"/>
          <p:nvPr>
            <p:ph idx="1" type="subTitle"/>
          </p:nvPr>
        </p:nvSpPr>
        <p:spPr>
          <a:xfrm>
            <a:off x="352925" y="1473400"/>
            <a:ext cx="8108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51" name="Google Shape;51;p12"/>
          <p:cNvSpPr txBox="1"/>
          <p:nvPr>
            <p:ph type="title"/>
          </p:nvPr>
        </p:nvSpPr>
        <p:spPr>
          <a:xfrm>
            <a:off x="352925" y="1859150"/>
            <a:ext cx="4219200" cy="2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Montserrat ExtraBold"/>
              <a:buNone/>
              <a:defRPr sz="40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Montserrat ExtraBold"/>
              <a:buNone/>
              <a:defRPr sz="40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Montserrat ExtraBold"/>
              <a:buNone/>
              <a:defRPr sz="40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Montserrat ExtraBold"/>
              <a:buNone/>
              <a:defRPr sz="40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Montserrat ExtraBold"/>
              <a:buNone/>
              <a:defRPr sz="40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Montserrat ExtraBold"/>
              <a:buNone/>
              <a:defRPr sz="40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Montserrat ExtraBold"/>
              <a:buNone/>
              <a:defRPr sz="40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Montserrat ExtraBold"/>
              <a:buNone/>
              <a:defRPr sz="40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Montserrat ExtraBold"/>
              <a:buNone/>
              <a:defRPr sz="40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01">
          <p15:clr>
            <a:srgbClr val="B7B7B7"/>
          </p15:clr>
        </p15:guide>
        <p15:guide id="2" orient="horz" pos="576">
          <p15:clr>
            <a:srgbClr val="B7B7B7"/>
          </p15:clr>
        </p15:guide>
        <p15:guide id="3" orient="horz" pos="751">
          <p15:clr>
            <a:srgbClr val="B7B7B7"/>
          </p15:clr>
        </p15:guide>
        <p15:guide id="4" orient="horz" pos="925">
          <p15:clr>
            <a:srgbClr val="B7B7B7"/>
          </p15:clr>
        </p15:guide>
        <p15:guide id="5" orient="horz" pos="1100">
          <p15:clr>
            <a:srgbClr val="B7B7B7"/>
          </p15:clr>
        </p15:guide>
        <p15:guide id="6" orient="horz" pos="1274">
          <p15:clr>
            <a:srgbClr val="B7B7B7"/>
          </p15:clr>
        </p15:guide>
        <p15:guide id="7" orient="horz" pos="1449">
          <p15:clr>
            <a:srgbClr val="B7B7B7"/>
          </p15:clr>
        </p15:guide>
        <p15:guide id="8" orient="horz" pos="1620">
          <p15:clr>
            <a:srgbClr val="B7B7B7"/>
          </p15:clr>
        </p15:guide>
        <p15:guide id="9" orient="horz" pos="1794">
          <p15:clr>
            <a:srgbClr val="B7B7B7"/>
          </p15:clr>
        </p15:guide>
        <p15:guide id="10" orient="horz" pos="1969">
          <p15:clr>
            <a:srgbClr val="B7B7B7"/>
          </p15:clr>
        </p15:guide>
        <p15:guide id="11" orient="horz" pos="2143">
          <p15:clr>
            <a:srgbClr val="B7B7B7"/>
          </p15:clr>
        </p15:guide>
        <p15:guide id="12" orient="horz" pos="2318">
          <p15:clr>
            <a:srgbClr val="B7B7B7"/>
          </p15:clr>
        </p15:guide>
        <p15:guide id="13" orient="horz" pos="2493">
          <p15:clr>
            <a:srgbClr val="B7B7B7"/>
          </p15:clr>
        </p15:guide>
        <p15:guide id="14" pos="2766">
          <p15:clr>
            <a:srgbClr val="FA7B17"/>
          </p15:clr>
        </p15:guide>
        <p15:guide id="15" pos="4377">
          <p15:clr>
            <a:srgbClr val="FA7B17"/>
          </p15:clr>
        </p15:guide>
        <p15:guide id="16" pos="1497">
          <p15:clr>
            <a:schemeClr val="accent1"/>
          </p15:clr>
        </p15:guide>
        <p15:guide id="17" pos="1610">
          <p15:clr>
            <a:srgbClr val="FA7B17"/>
          </p15:clr>
        </p15:guide>
        <p15:guide id="18" pos="2994">
          <p15:clr>
            <a:srgbClr val="FA7B17"/>
          </p15:clr>
        </p15:guide>
        <p15:guide id="19" pos="4150">
          <p15:clr>
            <a:srgbClr val="FA7B17"/>
          </p15:clr>
        </p15:guide>
        <p15:guide id="20" pos="2880">
          <p15:clr>
            <a:srgbClr val="7E24D5"/>
          </p15:clr>
        </p15:guide>
        <p15:guide id="21" pos="4264">
          <p15:clr>
            <a:srgbClr val="7E24D5"/>
          </p15:clr>
        </p15:guide>
        <p15:guide id="22" pos="1383">
          <p15:clr>
            <a:srgbClr val="FA7B17"/>
          </p15:clr>
        </p15:guide>
        <p15:guide id="23" pos="1959">
          <p15:clr>
            <a:srgbClr val="38BD60"/>
          </p15:clr>
        </p15:guide>
        <p15:guide id="24" pos="3801">
          <p15:clr>
            <a:schemeClr val="accent4"/>
          </p15:clr>
        </p15:guide>
        <p15:guide id="25" pos="1846">
          <p15:clr>
            <a:srgbClr val="FA7B17"/>
          </p15:clr>
        </p15:guide>
        <p15:guide id="26" pos="2073">
          <p15:clr>
            <a:srgbClr val="FA7B17"/>
          </p15:clr>
        </p15:guide>
        <p15:guide id="27" pos="3687">
          <p15:clr>
            <a:srgbClr val="FA7B17"/>
          </p15:clr>
        </p15:guide>
        <p15:guide id="28" pos="3914">
          <p15:clr>
            <a:srgbClr val="FA7B17"/>
          </p15:clr>
        </p15:guide>
        <p15:guide id="29" orient="horz" pos="2667">
          <p15:clr>
            <a:srgbClr val="CCCCCC"/>
          </p15:clr>
        </p15:guide>
        <p15:guide id="30" orient="horz" pos="2842">
          <p15:clr>
            <a:srgbClr val="CCCCCC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азделитель «Повторение»">
  <p:cSld name="CUSTOM_1_1_1_1_1_1_1_1_1_1_3_1_1_4_4">
    <p:bg>
      <p:bgPr>
        <a:solidFill>
          <a:schemeClr val="accent2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3"/>
          <p:cNvSpPr/>
          <p:nvPr/>
        </p:nvSpPr>
        <p:spPr>
          <a:xfrm>
            <a:off x="360000" y="360000"/>
            <a:ext cx="8424000" cy="430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3"/>
          <p:cNvSpPr/>
          <p:nvPr/>
        </p:nvSpPr>
        <p:spPr>
          <a:xfrm rot="10800000">
            <a:off x="860559" y="4435020"/>
            <a:ext cx="961200" cy="515700"/>
          </a:xfrm>
          <a:prstGeom prst="triangle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5" name="Google Shape;55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80000" y="914400"/>
            <a:ext cx="332566" cy="414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/>
          <p:cNvPicPr preferRelativeResize="0"/>
          <p:nvPr/>
        </p:nvPicPr>
        <p:blipFill rotWithShape="1">
          <a:blip r:embed="rId3">
            <a:alphaModFix/>
          </a:blip>
          <a:srcRect b="-1899" l="0" r="-8236" t="1900"/>
          <a:stretch/>
        </p:blipFill>
        <p:spPr>
          <a:xfrm>
            <a:off x="6801225" y="3159807"/>
            <a:ext cx="1822349" cy="1545899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>
            <p:ph idx="1" type="subTitle"/>
          </p:nvPr>
        </p:nvSpPr>
        <p:spPr>
          <a:xfrm>
            <a:off x="1080000" y="1573200"/>
            <a:ext cx="6771300" cy="2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 sz="14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58" name="Google Shape;58;p13"/>
          <p:cNvSpPr txBox="1"/>
          <p:nvPr>
            <p:ph type="title"/>
          </p:nvPr>
        </p:nvSpPr>
        <p:spPr>
          <a:xfrm>
            <a:off x="1080000" y="1926000"/>
            <a:ext cx="5688900" cy="19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01">
          <p15:clr>
            <a:srgbClr val="B7B7B7"/>
          </p15:clr>
        </p15:guide>
        <p15:guide id="2" orient="horz" pos="576">
          <p15:clr>
            <a:srgbClr val="B7B7B7"/>
          </p15:clr>
        </p15:guide>
        <p15:guide id="3" orient="horz" pos="751">
          <p15:clr>
            <a:srgbClr val="B7B7B7"/>
          </p15:clr>
        </p15:guide>
        <p15:guide id="4" orient="horz" pos="925">
          <p15:clr>
            <a:srgbClr val="B7B7B7"/>
          </p15:clr>
        </p15:guide>
        <p15:guide id="5" orient="horz" pos="1100">
          <p15:clr>
            <a:srgbClr val="B7B7B7"/>
          </p15:clr>
        </p15:guide>
        <p15:guide id="6" orient="horz" pos="1274">
          <p15:clr>
            <a:srgbClr val="B7B7B7"/>
          </p15:clr>
        </p15:guide>
        <p15:guide id="7" orient="horz" pos="1449">
          <p15:clr>
            <a:srgbClr val="B7B7B7"/>
          </p15:clr>
        </p15:guide>
        <p15:guide id="8" orient="horz" pos="1620">
          <p15:clr>
            <a:srgbClr val="B7B7B7"/>
          </p15:clr>
        </p15:guide>
        <p15:guide id="9" orient="horz" pos="1794">
          <p15:clr>
            <a:srgbClr val="B7B7B7"/>
          </p15:clr>
        </p15:guide>
        <p15:guide id="10" orient="horz" pos="1969">
          <p15:clr>
            <a:srgbClr val="B7B7B7"/>
          </p15:clr>
        </p15:guide>
        <p15:guide id="11" orient="horz" pos="2143">
          <p15:clr>
            <a:srgbClr val="B7B7B7"/>
          </p15:clr>
        </p15:guide>
        <p15:guide id="12" orient="horz" pos="2318">
          <p15:clr>
            <a:srgbClr val="B7B7B7"/>
          </p15:clr>
        </p15:guide>
        <p15:guide id="13" orient="horz" pos="2493">
          <p15:clr>
            <a:srgbClr val="B7B7B7"/>
          </p15:clr>
        </p15:guide>
        <p15:guide id="14" pos="2766">
          <p15:clr>
            <a:srgbClr val="FA7B17"/>
          </p15:clr>
        </p15:guide>
        <p15:guide id="15" pos="4377">
          <p15:clr>
            <a:srgbClr val="FA7B17"/>
          </p15:clr>
        </p15:guide>
        <p15:guide id="16" pos="1497">
          <p15:clr>
            <a:schemeClr val="accent1"/>
          </p15:clr>
        </p15:guide>
        <p15:guide id="17" pos="1610">
          <p15:clr>
            <a:srgbClr val="FA7B17"/>
          </p15:clr>
        </p15:guide>
        <p15:guide id="18" pos="2994">
          <p15:clr>
            <a:srgbClr val="FA7B17"/>
          </p15:clr>
        </p15:guide>
        <p15:guide id="19" pos="4150">
          <p15:clr>
            <a:srgbClr val="FA7B17"/>
          </p15:clr>
        </p15:guide>
        <p15:guide id="20" pos="2880">
          <p15:clr>
            <a:srgbClr val="7E24D5"/>
          </p15:clr>
        </p15:guide>
        <p15:guide id="21" pos="4264">
          <p15:clr>
            <a:srgbClr val="7E24D5"/>
          </p15:clr>
        </p15:guide>
        <p15:guide id="22" pos="1383">
          <p15:clr>
            <a:srgbClr val="FA7B17"/>
          </p15:clr>
        </p15:guide>
        <p15:guide id="23" pos="1959">
          <p15:clr>
            <a:srgbClr val="38BD60"/>
          </p15:clr>
        </p15:guide>
        <p15:guide id="24" pos="3801">
          <p15:clr>
            <a:schemeClr val="accent4"/>
          </p15:clr>
        </p15:guide>
        <p15:guide id="25" pos="1846">
          <p15:clr>
            <a:srgbClr val="FA7B17"/>
          </p15:clr>
        </p15:guide>
        <p15:guide id="26" pos="2073">
          <p15:clr>
            <a:srgbClr val="FA7B17"/>
          </p15:clr>
        </p15:guide>
        <p15:guide id="27" pos="3687">
          <p15:clr>
            <a:srgbClr val="FA7B17"/>
          </p15:clr>
        </p15:guide>
        <p15:guide id="28" pos="3914">
          <p15:clr>
            <a:srgbClr val="FA7B17"/>
          </p15:clr>
        </p15:guide>
        <p15:guide id="29" orient="horz" pos="2667">
          <p15:clr>
            <a:srgbClr val="CCCCCC"/>
          </p15:clr>
        </p15:guide>
        <p15:guide id="30" orient="horz" pos="2842">
          <p15:clr>
            <a:srgbClr val="CCCCCC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азделитель «Новая тема»">
  <p:cSld name="CUSTOM_1_1_1_1_1_1_1_1_1_1_3_1_1_4_4_1">
    <p:bg>
      <p:bgPr>
        <a:solidFill>
          <a:schemeClr val="accent5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/>
          <p:nvPr/>
        </p:nvSpPr>
        <p:spPr>
          <a:xfrm>
            <a:off x="360000" y="360000"/>
            <a:ext cx="8424000" cy="430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14"/>
          <p:cNvSpPr/>
          <p:nvPr/>
        </p:nvSpPr>
        <p:spPr>
          <a:xfrm rot="10800000">
            <a:off x="860559" y="4435020"/>
            <a:ext cx="961200" cy="515700"/>
          </a:xfrm>
          <a:prstGeom prst="triangle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2" name="Google Shape;62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80000" y="914400"/>
            <a:ext cx="332566" cy="414925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 txBox="1"/>
          <p:nvPr>
            <p:ph idx="1" type="subTitle"/>
          </p:nvPr>
        </p:nvSpPr>
        <p:spPr>
          <a:xfrm>
            <a:off x="1080000" y="1573200"/>
            <a:ext cx="6771300" cy="2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 sz="14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64" name="Google Shape;64;p14"/>
          <p:cNvSpPr txBox="1"/>
          <p:nvPr>
            <p:ph type="title"/>
          </p:nvPr>
        </p:nvSpPr>
        <p:spPr>
          <a:xfrm>
            <a:off x="1080000" y="1926000"/>
            <a:ext cx="5688900" cy="19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pic>
        <p:nvPicPr>
          <p:cNvPr id="65" name="Google Shape;65;p14"/>
          <p:cNvPicPr preferRelativeResize="0"/>
          <p:nvPr/>
        </p:nvPicPr>
        <p:blipFill rotWithShape="1">
          <a:blip r:embed="rId3">
            <a:alphaModFix/>
          </a:blip>
          <a:srcRect b="-59" l="-11184" r="-21335" t="60"/>
          <a:stretch/>
        </p:blipFill>
        <p:spPr>
          <a:xfrm>
            <a:off x="6759550" y="3011700"/>
            <a:ext cx="1950027" cy="1654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01">
          <p15:clr>
            <a:srgbClr val="B7B7B7"/>
          </p15:clr>
        </p15:guide>
        <p15:guide id="2" orient="horz" pos="576">
          <p15:clr>
            <a:srgbClr val="B7B7B7"/>
          </p15:clr>
        </p15:guide>
        <p15:guide id="3" orient="horz" pos="751">
          <p15:clr>
            <a:srgbClr val="B7B7B7"/>
          </p15:clr>
        </p15:guide>
        <p15:guide id="4" orient="horz" pos="925">
          <p15:clr>
            <a:srgbClr val="B7B7B7"/>
          </p15:clr>
        </p15:guide>
        <p15:guide id="5" orient="horz" pos="1100">
          <p15:clr>
            <a:srgbClr val="B7B7B7"/>
          </p15:clr>
        </p15:guide>
        <p15:guide id="6" orient="horz" pos="1274">
          <p15:clr>
            <a:srgbClr val="B7B7B7"/>
          </p15:clr>
        </p15:guide>
        <p15:guide id="7" orient="horz" pos="1449">
          <p15:clr>
            <a:srgbClr val="B7B7B7"/>
          </p15:clr>
        </p15:guide>
        <p15:guide id="8" orient="horz" pos="1620">
          <p15:clr>
            <a:srgbClr val="B7B7B7"/>
          </p15:clr>
        </p15:guide>
        <p15:guide id="9" orient="horz" pos="1794">
          <p15:clr>
            <a:srgbClr val="B7B7B7"/>
          </p15:clr>
        </p15:guide>
        <p15:guide id="10" orient="horz" pos="1969">
          <p15:clr>
            <a:srgbClr val="B7B7B7"/>
          </p15:clr>
        </p15:guide>
        <p15:guide id="11" orient="horz" pos="2143">
          <p15:clr>
            <a:srgbClr val="B7B7B7"/>
          </p15:clr>
        </p15:guide>
        <p15:guide id="12" orient="horz" pos="2318">
          <p15:clr>
            <a:srgbClr val="B7B7B7"/>
          </p15:clr>
        </p15:guide>
        <p15:guide id="13" orient="horz" pos="2493">
          <p15:clr>
            <a:srgbClr val="B7B7B7"/>
          </p15:clr>
        </p15:guide>
        <p15:guide id="14" pos="2766">
          <p15:clr>
            <a:srgbClr val="FA7B17"/>
          </p15:clr>
        </p15:guide>
        <p15:guide id="15" pos="4377">
          <p15:clr>
            <a:srgbClr val="FA7B17"/>
          </p15:clr>
        </p15:guide>
        <p15:guide id="16" pos="1497">
          <p15:clr>
            <a:schemeClr val="accent1"/>
          </p15:clr>
        </p15:guide>
        <p15:guide id="17" pos="1610">
          <p15:clr>
            <a:srgbClr val="FA7B17"/>
          </p15:clr>
        </p15:guide>
        <p15:guide id="18" pos="2994">
          <p15:clr>
            <a:srgbClr val="FA7B17"/>
          </p15:clr>
        </p15:guide>
        <p15:guide id="19" pos="4150">
          <p15:clr>
            <a:srgbClr val="FA7B17"/>
          </p15:clr>
        </p15:guide>
        <p15:guide id="20" pos="2880">
          <p15:clr>
            <a:srgbClr val="7E24D5"/>
          </p15:clr>
        </p15:guide>
        <p15:guide id="21" pos="4264">
          <p15:clr>
            <a:srgbClr val="7E24D5"/>
          </p15:clr>
        </p15:guide>
        <p15:guide id="22" pos="1383">
          <p15:clr>
            <a:srgbClr val="FA7B17"/>
          </p15:clr>
        </p15:guide>
        <p15:guide id="23" pos="1959">
          <p15:clr>
            <a:srgbClr val="38BD60"/>
          </p15:clr>
        </p15:guide>
        <p15:guide id="24" pos="3801">
          <p15:clr>
            <a:schemeClr val="accent4"/>
          </p15:clr>
        </p15:guide>
        <p15:guide id="25" pos="1846">
          <p15:clr>
            <a:srgbClr val="FA7B17"/>
          </p15:clr>
        </p15:guide>
        <p15:guide id="26" pos="2073">
          <p15:clr>
            <a:srgbClr val="FA7B17"/>
          </p15:clr>
        </p15:guide>
        <p15:guide id="27" pos="3687">
          <p15:clr>
            <a:srgbClr val="FA7B17"/>
          </p15:clr>
        </p15:guide>
        <p15:guide id="28" pos="3914">
          <p15:clr>
            <a:srgbClr val="FA7B17"/>
          </p15:clr>
        </p15:guide>
        <p15:guide id="29" orient="horz" pos="2667">
          <p15:clr>
            <a:srgbClr val="CCCCCC"/>
          </p15:clr>
        </p15:guide>
        <p15:guide id="30" orient="horz" pos="2842">
          <p15:clr>
            <a:srgbClr val="CCCCCC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азделитель «Обсуждение»">
  <p:cSld name="CUSTOM_1_1_1_1_1_1_1_1_1_1_3_1_1_4_4_1_1">
    <p:bg>
      <p:bgPr>
        <a:solidFill>
          <a:schemeClr val="accent4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/>
          <p:nvPr/>
        </p:nvSpPr>
        <p:spPr>
          <a:xfrm>
            <a:off x="360000" y="360000"/>
            <a:ext cx="8424000" cy="430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5"/>
          <p:cNvSpPr/>
          <p:nvPr/>
        </p:nvSpPr>
        <p:spPr>
          <a:xfrm rot="10800000">
            <a:off x="860559" y="4435020"/>
            <a:ext cx="961200" cy="515700"/>
          </a:xfrm>
          <a:prstGeom prst="triangle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9" name="Google Shape;69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80000" y="914400"/>
            <a:ext cx="332566" cy="4149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 txBox="1"/>
          <p:nvPr>
            <p:ph idx="1" type="subTitle"/>
          </p:nvPr>
        </p:nvSpPr>
        <p:spPr>
          <a:xfrm>
            <a:off x="1080000" y="1573200"/>
            <a:ext cx="6771300" cy="2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 sz="14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71" name="Google Shape;71;p15"/>
          <p:cNvSpPr txBox="1"/>
          <p:nvPr>
            <p:ph type="title"/>
          </p:nvPr>
        </p:nvSpPr>
        <p:spPr>
          <a:xfrm>
            <a:off x="1080000" y="1926000"/>
            <a:ext cx="5688900" cy="19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pic>
        <p:nvPicPr>
          <p:cNvPr id="72" name="Google Shape;72;p15"/>
          <p:cNvPicPr preferRelativeResize="0"/>
          <p:nvPr/>
        </p:nvPicPr>
        <p:blipFill rotWithShape="1">
          <a:blip r:embed="rId3">
            <a:alphaModFix/>
          </a:blip>
          <a:srcRect b="0" l="0" r="-33743" t="-2827"/>
          <a:stretch/>
        </p:blipFill>
        <p:spPr>
          <a:xfrm>
            <a:off x="6912650" y="2968400"/>
            <a:ext cx="2001076" cy="1697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01">
          <p15:clr>
            <a:srgbClr val="B7B7B7"/>
          </p15:clr>
        </p15:guide>
        <p15:guide id="2" orient="horz" pos="576">
          <p15:clr>
            <a:srgbClr val="B7B7B7"/>
          </p15:clr>
        </p15:guide>
        <p15:guide id="3" orient="horz" pos="751">
          <p15:clr>
            <a:srgbClr val="B7B7B7"/>
          </p15:clr>
        </p15:guide>
        <p15:guide id="4" orient="horz" pos="925">
          <p15:clr>
            <a:srgbClr val="B7B7B7"/>
          </p15:clr>
        </p15:guide>
        <p15:guide id="5" orient="horz" pos="1100">
          <p15:clr>
            <a:srgbClr val="B7B7B7"/>
          </p15:clr>
        </p15:guide>
        <p15:guide id="6" orient="horz" pos="1274">
          <p15:clr>
            <a:srgbClr val="B7B7B7"/>
          </p15:clr>
        </p15:guide>
        <p15:guide id="7" orient="horz" pos="1449">
          <p15:clr>
            <a:srgbClr val="B7B7B7"/>
          </p15:clr>
        </p15:guide>
        <p15:guide id="8" orient="horz" pos="1620">
          <p15:clr>
            <a:srgbClr val="B7B7B7"/>
          </p15:clr>
        </p15:guide>
        <p15:guide id="9" orient="horz" pos="1794">
          <p15:clr>
            <a:srgbClr val="B7B7B7"/>
          </p15:clr>
        </p15:guide>
        <p15:guide id="10" orient="horz" pos="1969">
          <p15:clr>
            <a:srgbClr val="B7B7B7"/>
          </p15:clr>
        </p15:guide>
        <p15:guide id="11" orient="horz" pos="2143">
          <p15:clr>
            <a:srgbClr val="B7B7B7"/>
          </p15:clr>
        </p15:guide>
        <p15:guide id="12" orient="horz" pos="2318">
          <p15:clr>
            <a:srgbClr val="B7B7B7"/>
          </p15:clr>
        </p15:guide>
        <p15:guide id="13" orient="horz" pos="2493">
          <p15:clr>
            <a:srgbClr val="B7B7B7"/>
          </p15:clr>
        </p15:guide>
        <p15:guide id="14" pos="2766">
          <p15:clr>
            <a:srgbClr val="FA7B17"/>
          </p15:clr>
        </p15:guide>
        <p15:guide id="15" pos="4377">
          <p15:clr>
            <a:srgbClr val="FA7B17"/>
          </p15:clr>
        </p15:guide>
        <p15:guide id="16" pos="1497">
          <p15:clr>
            <a:schemeClr val="accent1"/>
          </p15:clr>
        </p15:guide>
        <p15:guide id="17" pos="1610">
          <p15:clr>
            <a:srgbClr val="FA7B17"/>
          </p15:clr>
        </p15:guide>
        <p15:guide id="18" pos="2994">
          <p15:clr>
            <a:srgbClr val="FA7B17"/>
          </p15:clr>
        </p15:guide>
        <p15:guide id="19" pos="4150">
          <p15:clr>
            <a:srgbClr val="FA7B17"/>
          </p15:clr>
        </p15:guide>
        <p15:guide id="20" pos="2880">
          <p15:clr>
            <a:srgbClr val="7E24D5"/>
          </p15:clr>
        </p15:guide>
        <p15:guide id="21" pos="4264">
          <p15:clr>
            <a:srgbClr val="7E24D5"/>
          </p15:clr>
        </p15:guide>
        <p15:guide id="22" pos="1383">
          <p15:clr>
            <a:srgbClr val="FA7B17"/>
          </p15:clr>
        </p15:guide>
        <p15:guide id="23" pos="1959">
          <p15:clr>
            <a:srgbClr val="38BD60"/>
          </p15:clr>
        </p15:guide>
        <p15:guide id="24" pos="3801">
          <p15:clr>
            <a:schemeClr val="accent4"/>
          </p15:clr>
        </p15:guide>
        <p15:guide id="25" pos="1846">
          <p15:clr>
            <a:srgbClr val="FA7B17"/>
          </p15:clr>
        </p15:guide>
        <p15:guide id="26" pos="2073">
          <p15:clr>
            <a:srgbClr val="FA7B17"/>
          </p15:clr>
        </p15:guide>
        <p15:guide id="27" pos="3687">
          <p15:clr>
            <a:srgbClr val="FA7B17"/>
          </p15:clr>
        </p15:guide>
        <p15:guide id="28" pos="3914">
          <p15:clr>
            <a:srgbClr val="FA7B17"/>
          </p15:clr>
        </p15:guide>
        <p15:guide id="29" orient="horz" pos="2667">
          <p15:clr>
            <a:srgbClr val="CCCCCC"/>
          </p15:clr>
        </p15:guide>
        <p15:guide id="30" orient="horz" pos="2842">
          <p15:clr>
            <a:srgbClr val="CCCCCC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азделитель «Групповая работа»">
  <p:cSld name="CUSTOM_1_1_1_1_1_1_1_1_1_1_3_1_1_4_4_1_1_1">
    <p:bg>
      <p:bgPr>
        <a:solidFill>
          <a:schemeClr val="lt2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/>
          <p:nvPr/>
        </p:nvSpPr>
        <p:spPr>
          <a:xfrm>
            <a:off x="360000" y="360000"/>
            <a:ext cx="8424000" cy="430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16"/>
          <p:cNvSpPr/>
          <p:nvPr/>
        </p:nvSpPr>
        <p:spPr>
          <a:xfrm rot="10800000">
            <a:off x="860559" y="4435020"/>
            <a:ext cx="961200" cy="515700"/>
          </a:xfrm>
          <a:prstGeom prst="triangle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6" name="Google Shape;76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80000" y="914400"/>
            <a:ext cx="332566" cy="4149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6"/>
          <p:cNvSpPr txBox="1"/>
          <p:nvPr>
            <p:ph idx="1" type="subTitle"/>
          </p:nvPr>
        </p:nvSpPr>
        <p:spPr>
          <a:xfrm>
            <a:off x="1080000" y="1573200"/>
            <a:ext cx="6771300" cy="2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 sz="14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78" name="Google Shape;78;p16"/>
          <p:cNvSpPr txBox="1"/>
          <p:nvPr>
            <p:ph type="title"/>
          </p:nvPr>
        </p:nvSpPr>
        <p:spPr>
          <a:xfrm>
            <a:off x="1080000" y="1926000"/>
            <a:ext cx="5688900" cy="19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pic>
        <p:nvPicPr>
          <p:cNvPr id="79" name="Google Shape;7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33375" y="3011700"/>
            <a:ext cx="2748550" cy="1654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01">
          <p15:clr>
            <a:srgbClr val="B7B7B7"/>
          </p15:clr>
        </p15:guide>
        <p15:guide id="2" orient="horz" pos="576">
          <p15:clr>
            <a:srgbClr val="B7B7B7"/>
          </p15:clr>
        </p15:guide>
        <p15:guide id="3" orient="horz" pos="751">
          <p15:clr>
            <a:srgbClr val="B7B7B7"/>
          </p15:clr>
        </p15:guide>
        <p15:guide id="4" orient="horz" pos="925">
          <p15:clr>
            <a:srgbClr val="B7B7B7"/>
          </p15:clr>
        </p15:guide>
        <p15:guide id="5" orient="horz" pos="1100">
          <p15:clr>
            <a:srgbClr val="B7B7B7"/>
          </p15:clr>
        </p15:guide>
        <p15:guide id="6" orient="horz" pos="1274">
          <p15:clr>
            <a:srgbClr val="B7B7B7"/>
          </p15:clr>
        </p15:guide>
        <p15:guide id="7" orient="horz" pos="1449">
          <p15:clr>
            <a:srgbClr val="B7B7B7"/>
          </p15:clr>
        </p15:guide>
        <p15:guide id="8" orient="horz" pos="1620">
          <p15:clr>
            <a:srgbClr val="B7B7B7"/>
          </p15:clr>
        </p15:guide>
        <p15:guide id="9" orient="horz" pos="1794">
          <p15:clr>
            <a:srgbClr val="B7B7B7"/>
          </p15:clr>
        </p15:guide>
        <p15:guide id="10" orient="horz" pos="1969">
          <p15:clr>
            <a:srgbClr val="B7B7B7"/>
          </p15:clr>
        </p15:guide>
        <p15:guide id="11" orient="horz" pos="2143">
          <p15:clr>
            <a:srgbClr val="B7B7B7"/>
          </p15:clr>
        </p15:guide>
        <p15:guide id="12" orient="horz" pos="2318">
          <p15:clr>
            <a:srgbClr val="B7B7B7"/>
          </p15:clr>
        </p15:guide>
        <p15:guide id="13" orient="horz" pos="2493">
          <p15:clr>
            <a:srgbClr val="B7B7B7"/>
          </p15:clr>
        </p15:guide>
        <p15:guide id="14" pos="2766">
          <p15:clr>
            <a:srgbClr val="FA7B17"/>
          </p15:clr>
        </p15:guide>
        <p15:guide id="15" pos="4377">
          <p15:clr>
            <a:srgbClr val="FA7B17"/>
          </p15:clr>
        </p15:guide>
        <p15:guide id="16" pos="1497">
          <p15:clr>
            <a:schemeClr val="accent1"/>
          </p15:clr>
        </p15:guide>
        <p15:guide id="17" pos="1610">
          <p15:clr>
            <a:srgbClr val="FA7B17"/>
          </p15:clr>
        </p15:guide>
        <p15:guide id="18" pos="2994">
          <p15:clr>
            <a:srgbClr val="FA7B17"/>
          </p15:clr>
        </p15:guide>
        <p15:guide id="19" pos="4150">
          <p15:clr>
            <a:srgbClr val="FA7B17"/>
          </p15:clr>
        </p15:guide>
        <p15:guide id="20" pos="2880">
          <p15:clr>
            <a:srgbClr val="7E24D5"/>
          </p15:clr>
        </p15:guide>
        <p15:guide id="21" pos="4264">
          <p15:clr>
            <a:srgbClr val="7E24D5"/>
          </p15:clr>
        </p15:guide>
        <p15:guide id="22" pos="1383">
          <p15:clr>
            <a:srgbClr val="FA7B17"/>
          </p15:clr>
        </p15:guide>
        <p15:guide id="23" pos="1959">
          <p15:clr>
            <a:srgbClr val="38BD60"/>
          </p15:clr>
        </p15:guide>
        <p15:guide id="24" pos="3801">
          <p15:clr>
            <a:schemeClr val="accent4"/>
          </p15:clr>
        </p15:guide>
        <p15:guide id="25" pos="1846">
          <p15:clr>
            <a:srgbClr val="FA7B17"/>
          </p15:clr>
        </p15:guide>
        <p15:guide id="26" pos="2073">
          <p15:clr>
            <a:srgbClr val="FA7B17"/>
          </p15:clr>
        </p15:guide>
        <p15:guide id="27" pos="3687">
          <p15:clr>
            <a:srgbClr val="FA7B17"/>
          </p15:clr>
        </p15:guide>
        <p15:guide id="28" pos="3914">
          <p15:clr>
            <a:srgbClr val="FA7B17"/>
          </p15:clr>
        </p15:guide>
        <p15:guide id="29" orient="horz" pos="2667">
          <p15:clr>
            <a:srgbClr val="CCCCCC"/>
          </p15:clr>
        </p15:guide>
        <p15:guide id="30" orient="horz" pos="2842">
          <p15:clr>
            <a:srgbClr val="CCCCCC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азделитель «Работа на платформе»">
  <p:cSld name="CUSTOM_1_1_1_1_1_1_1_1_1_1_3_1_1_4_4_1_1_1_1">
    <p:bg>
      <p:bgPr>
        <a:solidFill>
          <a:schemeClr val="accent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/>
          <p:nvPr/>
        </p:nvSpPr>
        <p:spPr>
          <a:xfrm>
            <a:off x="360000" y="360000"/>
            <a:ext cx="8424000" cy="430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7"/>
          <p:cNvSpPr/>
          <p:nvPr/>
        </p:nvSpPr>
        <p:spPr>
          <a:xfrm rot="10800000">
            <a:off x="860559" y="4435020"/>
            <a:ext cx="961200" cy="515700"/>
          </a:xfrm>
          <a:prstGeom prst="triangle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3" name="Google Shape;83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80000" y="914400"/>
            <a:ext cx="332566" cy="414925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7"/>
          <p:cNvSpPr txBox="1"/>
          <p:nvPr>
            <p:ph idx="1" type="subTitle"/>
          </p:nvPr>
        </p:nvSpPr>
        <p:spPr>
          <a:xfrm>
            <a:off x="1080000" y="1573200"/>
            <a:ext cx="6771300" cy="2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 sz="14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85" name="Google Shape;85;p17"/>
          <p:cNvSpPr txBox="1"/>
          <p:nvPr>
            <p:ph type="title"/>
          </p:nvPr>
        </p:nvSpPr>
        <p:spPr>
          <a:xfrm>
            <a:off x="1080000" y="1926000"/>
            <a:ext cx="5688900" cy="19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pic>
        <p:nvPicPr>
          <p:cNvPr id="86" name="Google Shape;86;p17"/>
          <p:cNvPicPr preferRelativeResize="0"/>
          <p:nvPr/>
        </p:nvPicPr>
        <p:blipFill rotWithShape="1">
          <a:blip r:embed="rId3">
            <a:alphaModFix/>
          </a:blip>
          <a:srcRect b="0" l="0" r="-8260" t="0"/>
          <a:stretch/>
        </p:blipFill>
        <p:spPr>
          <a:xfrm>
            <a:off x="6414050" y="2927125"/>
            <a:ext cx="2049726" cy="1738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01">
          <p15:clr>
            <a:srgbClr val="B7B7B7"/>
          </p15:clr>
        </p15:guide>
        <p15:guide id="2" orient="horz" pos="576">
          <p15:clr>
            <a:srgbClr val="B7B7B7"/>
          </p15:clr>
        </p15:guide>
        <p15:guide id="3" orient="horz" pos="751">
          <p15:clr>
            <a:srgbClr val="B7B7B7"/>
          </p15:clr>
        </p15:guide>
        <p15:guide id="4" orient="horz" pos="925">
          <p15:clr>
            <a:srgbClr val="B7B7B7"/>
          </p15:clr>
        </p15:guide>
        <p15:guide id="5" orient="horz" pos="1100">
          <p15:clr>
            <a:srgbClr val="B7B7B7"/>
          </p15:clr>
        </p15:guide>
        <p15:guide id="6" orient="horz" pos="1274">
          <p15:clr>
            <a:srgbClr val="B7B7B7"/>
          </p15:clr>
        </p15:guide>
        <p15:guide id="7" orient="horz" pos="1449">
          <p15:clr>
            <a:srgbClr val="B7B7B7"/>
          </p15:clr>
        </p15:guide>
        <p15:guide id="8" orient="horz" pos="1620">
          <p15:clr>
            <a:srgbClr val="B7B7B7"/>
          </p15:clr>
        </p15:guide>
        <p15:guide id="9" orient="horz" pos="1794">
          <p15:clr>
            <a:srgbClr val="B7B7B7"/>
          </p15:clr>
        </p15:guide>
        <p15:guide id="10" orient="horz" pos="1969">
          <p15:clr>
            <a:srgbClr val="B7B7B7"/>
          </p15:clr>
        </p15:guide>
        <p15:guide id="11" orient="horz" pos="2143">
          <p15:clr>
            <a:srgbClr val="B7B7B7"/>
          </p15:clr>
        </p15:guide>
        <p15:guide id="12" orient="horz" pos="2318">
          <p15:clr>
            <a:srgbClr val="B7B7B7"/>
          </p15:clr>
        </p15:guide>
        <p15:guide id="13" orient="horz" pos="2493">
          <p15:clr>
            <a:srgbClr val="B7B7B7"/>
          </p15:clr>
        </p15:guide>
        <p15:guide id="14" pos="2766">
          <p15:clr>
            <a:srgbClr val="FA7B17"/>
          </p15:clr>
        </p15:guide>
        <p15:guide id="15" pos="4377">
          <p15:clr>
            <a:srgbClr val="FA7B17"/>
          </p15:clr>
        </p15:guide>
        <p15:guide id="16" pos="1497">
          <p15:clr>
            <a:schemeClr val="accent1"/>
          </p15:clr>
        </p15:guide>
        <p15:guide id="17" pos="1610">
          <p15:clr>
            <a:srgbClr val="FA7B17"/>
          </p15:clr>
        </p15:guide>
        <p15:guide id="18" pos="2994">
          <p15:clr>
            <a:srgbClr val="FA7B17"/>
          </p15:clr>
        </p15:guide>
        <p15:guide id="19" pos="4150">
          <p15:clr>
            <a:srgbClr val="FA7B17"/>
          </p15:clr>
        </p15:guide>
        <p15:guide id="20" pos="2880">
          <p15:clr>
            <a:srgbClr val="7E24D5"/>
          </p15:clr>
        </p15:guide>
        <p15:guide id="21" pos="4264">
          <p15:clr>
            <a:srgbClr val="7E24D5"/>
          </p15:clr>
        </p15:guide>
        <p15:guide id="22" pos="1383">
          <p15:clr>
            <a:srgbClr val="FA7B17"/>
          </p15:clr>
        </p15:guide>
        <p15:guide id="23" pos="1959">
          <p15:clr>
            <a:srgbClr val="38BD60"/>
          </p15:clr>
        </p15:guide>
        <p15:guide id="24" pos="3801">
          <p15:clr>
            <a:schemeClr val="accent4"/>
          </p15:clr>
        </p15:guide>
        <p15:guide id="25" pos="1846">
          <p15:clr>
            <a:srgbClr val="FA7B17"/>
          </p15:clr>
        </p15:guide>
        <p15:guide id="26" pos="2073">
          <p15:clr>
            <a:srgbClr val="FA7B17"/>
          </p15:clr>
        </p15:guide>
        <p15:guide id="27" pos="3687">
          <p15:clr>
            <a:srgbClr val="FA7B17"/>
          </p15:clr>
        </p15:guide>
        <p15:guide id="28" pos="3914">
          <p15:clr>
            <a:srgbClr val="FA7B17"/>
          </p15:clr>
        </p15:guide>
        <p15:guide id="29" orient="horz" pos="2667">
          <p15:clr>
            <a:srgbClr val="CCCCCC"/>
          </p15:clr>
        </p15:guide>
        <p15:guide id="30" orient="horz" pos="2842">
          <p15:clr>
            <a:srgbClr val="CCCCCC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азделитель «Перерыв»">
  <p:cSld name="CUSTOM_1_1_1_1_1_1_1_1_1_1_3_1_1_4_4_1_1_1_1_1">
    <p:bg>
      <p:bgPr>
        <a:solidFill>
          <a:schemeClr val="accent6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/>
          <p:nvPr/>
        </p:nvSpPr>
        <p:spPr>
          <a:xfrm>
            <a:off x="360000" y="360000"/>
            <a:ext cx="8424000" cy="430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8"/>
          <p:cNvSpPr/>
          <p:nvPr/>
        </p:nvSpPr>
        <p:spPr>
          <a:xfrm rot="10800000">
            <a:off x="860559" y="4435020"/>
            <a:ext cx="961200" cy="515700"/>
          </a:xfrm>
          <a:prstGeom prst="triangle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0" name="Google Shape;90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80000" y="914400"/>
            <a:ext cx="332566" cy="414925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8"/>
          <p:cNvSpPr txBox="1"/>
          <p:nvPr>
            <p:ph idx="1" type="subTitle"/>
          </p:nvPr>
        </p:nvSpPr>
        <p:spPr>
          <a:xfrm>
            <a:off x="1080000" y="1573200"/>
            <a:ext cx="6771300" cy="2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 sz="14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92" name="Google Shape;92;p18"/>
          <p:cNvSpPr txBox="1"/>
          <p:nvPr>
            <p:ph type="title"/>
          </p:nvPr>
        </p:nvSpPr>
        <p:spPr>
          <a:xfrm>
            <a:off x="1080000" y="1926000"/>
            <a:ext cx="5688900" cy="19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pic>
        <p:nvPicPr>
          <p:cNvPr id="93" name="Google Shape;93;p18"/>
          <p:cNvPicPr preferRelativeResize="0"/>
          <p:nvPr/>
        </p:nvPicPr>
        <p:blipFill rotWithShape="1">
          <a:blip r:embed="rId3">
            <a:alphaModFix/>
          </a:blip>
          <a:srcRect b="0" l="-5793" r="-4350" t="0"/>
          <a:stretch/>
        </p:blipFill>
        <p:spPr>
          <a:xfrm>
            <a:off x="6589951" y="3011700"/>
            <a:ext cx="1950026" cy="1654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01">
          <p15:clr>
            <a:srgbClr val="B7B7B7"/>
          </p15:clr>
        </p15:guide>
        <p15:guide id="2" orient="horz" pos="576">
          <p15:clr>
            <a:srgbClr val="B7B7B7"/>
          </p15:clr>
        </p15:guide>
        <p15:guide id="3" orient="horz" pos="751">
          <p15:clr>
            <a:srgbClr val="B7B7B7"/>
          </p15:clr>
        </p15:guide>
        <p15:guide id="4" orient="horz" pos="925">
          <p15:clr>
            <a:srgbClr val="B7B7B7"/>
          </p15:clr>
        </p15:guide>
        <p15:guide id="5" orient="horz" pos="1100">
          <p15:clr>
            <a:srgbClr val="B7B7B7"/>
          </p15:clr>
        </p15:guide>
        <p15:guide id="6" orient="horz" pos="1274">
          <p15:clr>
            <a:srgbClr val="B7B7B7"/>
          </p15:clr>
        </p15:guide>
        <p15:guide id="7" orient="horz" pos="1449">
          <p15:clr>
            <a:srgbClr val="B7B7B7"/>
          </p15:clr>
        </p15:guide>
        <p15:guide id="8" orient="horz" pos="1620">
          <p15:clr>
            <a:srgbClr val="B7B7B7"/>
          </p15:clr>
        </p15:guide>
        <p15:guide id="9" orient="horz" pos="1794">
          <p15:clr>
            <a:srgbClr val="B7B7B7"/>
          </p15:clr>
        </p15:guide>
        <p15:guide id="10" orient="horz" pos="1969">
          <p15:clr>
            <a:srgbClr val="B7B7B7"/>
          </p15:clr>
        </p15:guide>
        <p15:guide id="11" orient="horz" pos="2143">
          <p15:clr>
            <a:srgbClr val="B7B7B7"/>
          </p15:clr>
        </p15:guide>
        <p15:guide id="12" orient="horz" pos="2318">
          <p15:clr>
            <a:srgbClr val="B7B7B7"/>
          </p15:clr>
        </p15:guide>
        <p15:guide id="13" orient="horz" pos="2493">
          <p15:clr>
            <a:srgbClr val="B7B7B7"/>
          </p15:clr>
        </p15:guide>
        <p15:guide id="14" pos="2766">
          <p15:clr>
            <a:srgbClr val="FA7B17"/>
          </p15:clr>
        </p15:guide>
        <p15:guide id="15" pos="4377">
          <p15:clr>
            <a:srgbClr val="FA7B17"/>
          </p15:clr>
        </p15:guide>
        <p15:guide id="16" pos="1497">
          <p15:clr>
            <a:schemeClr val="accent1"/>
          </p15:clr>
        </p15:guide>
        <p15:guide id="17" pos="1610">
          <p15:clr>
            <a:srgbClr val="FA7B17"/>
          </p15:clr>
        </p15:guide>
        <p15:guide id="18" pos="2994">
          <p15:clr>
            <a:srgbClr val="FA7B17"/>
          </p15:clr>
        </p15:guide>
        <p15:guide id="19" pos="4150">
          <p15:clr>
            <a:srgbClr val="FA7B17"/>
          </p15:clr>
        </p15:guide>
        <p15:guide id="20" pos="2880">
          <p15:clr>
            <a:srgbClr val="7E24D5"/>
          </p15:clr>
        </p15:guide>
        <p15:guide id="21" pos="4264">
          <p15:clr>
            <a:srgbClr val="7E24D5"/>
          </p15:clr>
        </p15:guide>
        <p15:guide id="22" pos="1383">
          <p15:clr>
            <a:srgbClr val="FA7B17"/>
          </p15:clr>
        </p15:guide>
        <p15:guide id="23" pos="1959">
          <p15:clr>
            <a:srgbClr val="38BD60"/>
          </p15:clr>
        </p15:guide>
        <p15:guide id="24" pos="3801">
          <p15:clr>
            <a:schemeClr val="accent4"/>
          </p15:clr>
        </p15:guide>
        <p15:guide id="25" pos="1846">
          <p15:clr>
            <a:srgbClr val="FA7B17"/>
          </p15:clr>
        </p15:guide>
        <p15:guide id="26" pos="2073">
          <p15:clr>
            <a:srgbClr val="FA7B17"/>
          </p15:clr>
        </p15:guide>
        <p15:guide id="27" pos="3687">
          <p15:clr>
            <a:srgbClr val="FA7B17"/>
          </p15:clr>
        </p15:guide>
        <p15:guide id="28" pos="3914">
          <p15:clr>
            <a:srgbClr val="FA7B17"/>
          </p15:clr>
        </p15:guide>
        <p15:guide id="29" orient="horz" pos="2667">
          <p15:clr>
            <a:srgbClr val="CCCCCC"/>
          </p15:clr>
        </p15:guide>
        <p15:guide id="30" orient="horz" pos="2842">
          <p15:clr>
            <a:srgbClr val="CCCCCC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азделитель «Физкультминутка»">
  <p:cSld name="CUSTOM_1_1_1_1_1_1_1_1_1_1_3_1_1_4_4_1_1_1_1_1_1">
    <p:bg>
      <p:bgPr>
        <a:solidFill>
          <a:schemeClr val="accent6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/>
          <p:nvPr/>
        </p:nvSpPr>
        <p:spPr>
          <a:xfrm>
            <a:off x="360000" y="360000"/>
            <a:ext cx="8424000" cy="430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9"/>
          <p:cNvSpPr/>
          <p:nvPr/>
        </p:nvSpPr>
        <p:spPr>
          <a:xfrm rot="10800000">
            <a:off x="860559" y="4435020"/>
            <a:ext cx="961200" cy="515700"/>
          </a:xfrm>
          <a:prstGeom prst="triangle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7" name="Google Shape;97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80000" y="914400"/>
            <a:ext cx="332566" cy="414925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9"/>
          <p:cNvSpPr txBox="1"/>
          <p:nvPr>
            <p:ph idx="1" type="subTitle"/>
          </p:nvPr>
        </p:nvSpPr>
        <p:spPr>
          <a:xfrm>
            <a:off x="1080000" y="1573200"/>
            <a:ext cx="6771300" cy="2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 sz="14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99" name="Google Shape;99;p19"/>
          <p:cNvSpPr txBox="1"/>
          <p:nvPr>
            <p:ph type="title"/>
          </p:nvPr>
        </p:nvSpPr>
        <p:spPr>
          <a:xfrm>
            <a:off x="1080000" y="1926000"/>
            <a:ext cx="5688900" cy="19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pic>
        <p:nvPicPr>
          <p:cNvPr id="100" name="Google Shape;10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30113" y="3011700"/>
            <a:ext cx="2093949" cy="1654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01">
          <p15:clr>
            <a:srgbClr val="B7B7B7"/>
          </p15:clr>
        </p15:guide>
        <p15:guide id="2" orient="horz" pos="576">
          <p15:clr>
            <a:srgbClr val="B7B7B7"/>
          </p15:clr>
        </p15:guide>
        <p15:guide id="3" orient="horz" pos="751">
          <p15:clr>
            <a:srgbClr val="B7B7B7"/>
          </p15:clr>
        </p15:guide>
        <p15:guide id="4" orient="horz" pos="925">
          <p15:clr>
            <a:srgbClr val="B7B7B7"/>
          </p15:clr>
        </p15:guide>
        <p15:guide id="5" orient="horz" pos="1100">
          <p15:clr>
            <a:srgbClr val="B7B7B7"/>
          </p15:clr>
        </p15:guide>
        <p15:guide id="6" orient="horz" pos="1274">
          <p15:clr>
            <a:srgbClr val="B7B7B7"/>
          </p15:clr>
        </p15:guide>
        <p15:guide id="7" orient="horz" pos="1449">
          <p15:clr>
            <a:srgbClr val="B7B7B7"/>
          </p15:clr>
        </p15:guide>
        <p15:guide id="8" orient="horz" pos="1620">
          <p15:clr>
            <a:srgbClr val="B7B7B7"/>
          </p15:clr>
        </p15:guide>
        <p15:guide id="9" orient="horz" pos="1794">
          <p15:clr>
            <a:srgbClr val="B7B7B7"/>
          </p15:clr>
        </p15:guide>
        <p15:guide id="10" orient="horz" pos="1969">
          <p15:clr>
            <a:srgbClr val="B7B7B7"/>
          </p15:clr>
        </p15:guide>
        <p15:guide id="11" orient="horz" pos="2143">
          <p15:clr>
            <a:srgbClr val="B7B7B7"/>
          </p15:clr>
        </p15:guide>
        <p15:guide id="12" orient="horz" pos="2318">
          <p15:clr>
            <a:srgbClr val="B7B7B7"/>
          </p15:clr>
        </p15:guide>
        <p15:guide id="13" orient="horz" pos="2493">
          <p15:clr>
            <a:srgbClr val="B7B7B7"/>
          </p15:clr>
        </p15:guide>
        <p15:guide id="14" pos="2766">
          <p15:clr>
            <a:srgbClr val="FA7B17"/>
          </p15:clr>
        </p15:guide>
        <p15:guide id="15" pos="4377">
          <p15:clr>
            <a:srgbClr val="FA7B17"/>
          </p15:clr>
        </p15:guide>
        <p15:guide id="16" pos="1497">
          <p15:clr>
            <a:schemeClr val="accent1"/>
          </p15:clr>
        </p15:guide>
        <p15:guide id="17" pos="1610">
          <p15:clr>
            <a:srgbClr val="FA7B17"/>
          </p15:clr>
        </p15:guide>
        <p15:guide id="18" pos="2994">
          <p15:clr>
            <a:srgbClr val="FA7B17"/>
          </p15:clr>
        </p15:guide>
        <p15:guide id="19" pos="4150">
          <p15:clr>
            <a:srgbClr val="FA7B17"/>
          </p15:clr>
        </p15:guide>
        <p15:guide id="20" pos="2880">
          <p15:clr>
            <a:srgbClr val="7E24D5"/>
          </p15:clr>
        </p15:guide>
        <p15:guide id="21" pos="4264">
          <p15:clr>
            <a:srgbClr val="7E24D5"/>
          </p15:clr>
        </p15:guide>
        <p15:guide id="22" pos="1383">
          <p15:clr>
            <a:srgbClr val="FA7B17"/>
          </p15:clr>
        </p15:guide>
        <p15:guide id="23" pos="1959">
          <p15:clr>
            <a:srgbClr val="38BD60"/>
          </p15:clr>
        </p15:guide>
        <p15:guide id="24" pos="3801">
          <p15:clr>
            <a:schemeClr val="accent4"/>
          </p15:clr>
        </p15:guide>
        <p15:guide id="25" pos="1846">
          <p15:clr>
            <a:srgbClr val="FA7B17"/>
          </p15:clr>
        </p15:guide>
        <p15:guide id="26" pos="2073">
          <p15:clr>
            <a:srgbClr val="FA7B17"/>
          </p15:clr>
        </p15:guide>
        <p15:guide id="27" pos="3687">
          <p15:clr>
            <a:srgbClr val="FA7B17"/>
          </p15:clr>
        </p15:guide>
        <p15:guide id="28" pos="3914">
          <p15:clr>
            <a:srgbClr val="FA7B17"/>
          </p15:clr>
        </p15:guide>
        <p15:guide id="29" orient="horz" pos="2667">
          <p15:clr>
            <a:srgbClr val="CCCCCC"/>
          </p15:clr>
        </p15:guide>
        <p15:guide id="30" orient="horz" pos="2842">
          <p15:clr>
            <a:srgbClr val="CCCCCC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азделитель «Завершение урока»">
  <p:cSld name="CUSTOM_1_1_1_1_1_1_1_1_1_1_3_1_1_4_4_1_1_1_1_1_1_1">
    <p:bg>
      <p:bgPr>
        <a:solidFill>
          <a:schemeClr val="accent3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/>
          <p:nvPr/>
        </p:nvSpPr>
        <p:spPr>
          <a:xfrm>
            <a:off x="360000" y="360000"/>
            <a:ext cx="8424000" cy="430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20"/>
          <p:cNvSpPr/>
          <p:nvPr/>
        </p:nvSpPr>
        <p:spPr>
          <a:xfrm rot="10800000">
            <a:off x="860559" y="4435020"/>
            <a:ext cx="961200" cy="515700"/>
          </a:xfrm>
          <a:prstGeom prst="triangle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4" name="Google Shape;104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80000" y="914400"/>
            <a:ext cx="332566" cy="414925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0"/>
          <p:cNvSpPr txBox="1"/>
          <p:nvPr>
            <p:ph idx="1" type="subTitle"/>
          </p:nvPr>
        </p:nvSpPr>
        <p:spPr>
          <a:xfrm>
            <a:off x="1080000" y="1573200"/>
            <a:ext cx="6771300" cy="2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 sz="14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106" name="Google Shape;106;p20"/>
          <p:cNvSpPr txBox="1"/>
          <p:nvPr>
            <p:ph type="title"/>
          </p:nvPr>
        </p:nvSpPr>
        <p:spPr>
          <a:xfrm>
            <a:off x="1080000" y="1926000"/>
            <a:ext cx="5688900" cy="19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pic>
        <p:nvPicPr>
          <p:cNvPr id="107" name="Google Shape;10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53600" y="3108084"/>
            <a:ext cx="2674100" cy="15578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01">
          <p15:clr>
            <a:srgbClr val="B7B7B7"/>
          </p15:clr>
        </p15:guide>
        <p15:guide id="2" orient="horz" pos="576">
          <p15:clr>
            <a:srgbClr val="B7B7B7"/>
          </p15:clr>
        </p15:guide>
        <p15:guide id="3" orient="horz" pos="751">
          <p15:clr>
            <a:srgbClr val="B7B7B7"/>
          </p15:clr>
        </p15:guide>
        <p15:guide id="4" orient="horz" pos="925">
          <p15:clr>
            <a:srgbClr val="B7B7B7"/>
          </p15:clr>
        </p15:guide>
        <p15:guide id="5" orient="horz" pos="1100">
          <p15:clr>
            <a:srgbClr val="B7B7B7"/>
          </p15:clr>
        </p15:guide>
        <p15:guide id="6" orient="horz" pos="1274">
          <p15:clr>
            <a:srgbClr val="B7B7B7"/>
          </p15:clr>
        </p15:guide>
        <p15:guide id="7" orient="horz" pos="1449">
          <p15:clr>
            <a:srgbClr val="B7B7B7"/>
          </p15:clr>
        </p15:guide>
        <p15:guide id="8" orient="horz" pos="1620">
          <p15:clr>
            <a:srgbClr val="B7B7B7"/>
          </p15:clr>
        </p15:guide>
        <p15:guide id="9" orient="horz" pos="1794">
          <p15:clr>
            <a:srgbClr val="B7B7B7"/>
          </p15:clr>
        </p15:guide>
        <p15:guide id="10" orient="horz" pos="1969">
          <p15:clr>
            <a:srgbClr val="B7B7B7"/>
          </p15:clr>
        </p15:guide>
        <p15:guide id="11" orient="horz" pos="2143">
          <p15:clr>
            <a:srgbClr val="B7B7B7"/>
          </p15:clr>
        </p15:guide>
        <p15:guide id="12" orient="horz" pos="2318">
          <p15:clr>
            <a:srgbClr val="B7B7B7"/>
          </p15:clr>
        </p15:guide>
        <p15:guide id="13" orient="horz" pos="2493">
          <p15:clr>
            <a:srgbClr val="B7B7B7"/>
          </p15:clr>
        </p15:guide>
        <p15:guide id="14" pos="2766">
          <p15:clr>
            <a:srgbClr val="FA7B17"/>
          </p15:clr>
        </p15:guide>
        <p15:guide id="15" pos="4377">
          <p15:clr>
            <a:srgbClr val="FA7B17"/>
          </p15:clr>
        </p15:guide>
        <p15:guide id="16" pos="1497">
          <p15:clr>
            <a:schemeClr val="accent1"/>
          </p15:clr>
        </p15:guide>
        <p15:guide id="17" pos="1610">
          <p15:clr>
            <a:srgbClr val="FA7B17"/>
          </p15:clr>
        </p15:guide>
        <p15:guide id="18" pos="2994">
          <p15:clr>
            <a:srgbClr val="FA7B17"/>
          </p15:clr>
        </p15:guide>
        <p15:guide id="19" pos="4150">
          <p15:clr>
            <a:srgbClr val="FA7B17"/>
          </p15:clr>
        </p15:guide>
        <p15:guide id="20" pos="2880">
          <p15:clr>
            <a:srgbClr val="7E24D5"/>
          </p15:clr>
        </p15:guide>
        <p15:guide id="21" pos="4264">
          <p15:clr>
            <a:srgbClr val="7E24D5"/>
          </p15:clr>
        </p15:guide>
        <p15:guide id="22" pos="1383">
          <p15:clr>
            <a:srgbClr val="FA7B17"/>
          </p15:clr>
        </p15:guide>
        <p15:guide id="23" pos="1959">
          <p15:clr>
            <a:srgbClr val="38BD60"/>
          </p15:clr>
        </p15:guide>
        <p15:guide id="24" pos="3801">
          <p15:clr>
            <a:schemeClr val="accent4"/>
          </p15:clr>
        </p15:guide>
        <p15:guide id="25" pos="1846">
          <p15:clr>
            <a:srgbClr val="FA7B17"/>
          </p15:clr>
        </p15:guide>
        <p15:guide id="26" pos="2073">
          <p15:clr>
            <a:srgbClr val="FA7B17"/>
          </p15:clr>
        </p15:guide>
        <p15:guide id="27" pos="3687">
          <p15:clr>
            <a:srgbClr val="FA7B17"/>
          </p15:clr>
        </p15:guide>
        <p15:guide id="28" pos="3914">
          <p15:clr>
            <a:srgbClr val="FA7B17"/>
          </p15:clr>
        </p15:guide>
        <p15:guide id="29" orient="horz" pos="2667">
          <p15:clr>
            <a:srgbClr val="CCCCCC"/>
          </p15:clr>
        </p15:guide>
        <p15:guide id="30" orient="horz" pos="2842">
          <p15:clr>
            <a:srgbClr val="CCCCCC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азделитель «Демонстрация работы»">
  <p:cSld name="CUSTOM_1_1_1_1_1_1_1_1_1_1_3_1_1_4_4_1_1_1_1_1_1_1_1">
    <p:bg>
      <p:bgPr>
        <a:solidFill>
          <a:srgbClr val="C291FF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/>
          <p:nvPr/>
        </p:nvSpPr>
        <p:spPr>
          <a:xfrm>
            <a:off x="360000" y="360000"/>
            <a:ext cx="8424000" cy="430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21"/>
          <p:cNvSpPr/>
          <p:nvPr/>
        </p:nvSpPr>
        <p:spPr>
          <a:xfrm rot="10800000">
            <a:off x="860559" y="4435020"/>
            <a:ext cx="961200" cy="515700"/>
          </a:xfrm>
          <a:prstGeom prst="triangle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1" name="Google Shape;111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80000" y="914400"/>
            <a:ext cx="332566" cy="414925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21"/>
          <p:cNvSpPr txBox="1"/>
          <p:nvPr>
            <p:ph idx="1" type="subTitle"/>
          </p:nvPr>
        </p:nvSpPr>
        <p:spPr>
          <a:xfrm>
            <a:off x="1080000" y="1573200"/>
            <a:ext cx="6771300" cy="2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 sz="14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113" name="Google Shape;113;p21"/>
          <p:cNvSpPr txBox="1"/>
          <p:nvPr>
            <p:ph type="title"/>
          </p:nvPr>
        </p:nvSpPr>
        <p:spPr>
          <a:xfrm>
            <a:off x="1080000" y="1926000"/>
            <a:ext cx="5688900" cy="19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pic>
        <p:nvPicPr>
          <p:cNvPr id="114" name="Google Shape;114;p21"/>
          <p:cNvPicPr preferRelativeResize="0"/>
          <p:nvPr/>
        </p:nvPicPr>
        <p:blipFill rotWithShape="1">
          <a:blip r:embed="rId3">
            <a:alphaModFix/>
          </a:blip>
          <a:srcRect b="-6398" l="-3199" r="0" t="3865"/>
          <a:stretch/>
        </p:blipFill>
        <p:spPr>
          <a:xfrm>
            <a:off x="6768750" y="3069172"/>
            <a:ext cx="1606549" cy="15097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01">
          <p15:clr>
            <a:srgbClr val="B7B7B7"/>
          </p15:clr>
        </p15:guide>
        <p15:guide id="2" orient="horz" pos="576">
          <p15:clr>
            <a:srgbClr val="B7B7B7"/>
          </p15:clr>
        </p15:guide>
        <p15:guide id="3" orient="horz" pos="751">
          <p15:clr>
            <a:srgbClr val="B7B7B7"/>
          </p15:clr>
        </p15:guide>
        <p15:guide id="4" orient="horz" pos="925">
          <p15:clr>
            <a:srgbClr val="B7B7B7"/>
          </p15:clr>
        </p15:guide>
        <p15:guide id="5" orient="horz" pos="1100">
          <p15:clr>
            <a:srgbClr val="B7B7B7"/>
          </p15:clr>
        </p15:guide>
        <p15:guide id="6" orient="horz" pos="1274">
          <p15:clr>
            <a:srgbClr val="B7B7B7"/>
          </p15:clr>
        </p15:guide>
        <p15:guide id="7" orient="horz" pos="1449">
          <p15:clr>
            <a:srgbClr val="B7B7B7"/>
          </p15:clr>
        </p15:guide>
        <p15:guide id="8" orient="horz" pos="1620">
          <p15:clr>
            <a:srgbClr val="B7B7B7"/>
          </p15:clr>
        </p15:guide>
        <p15:guide id="9" orient="horz" pos="1794">
          <p15:clr>
            <a:srgbClr val="B7B7B7"/>
          </p15:clr>
        </p15:guide>
        <p15:guide id="10" orient="horz" pos="1969">
          <p15:clr>
            <a:srgbClr val="B7B7B7"/>
          </p15:clr>
        </p15:guide>
        <p15:guide id="11" orient="horz" pos="2143">
          <p15:clr>
            <a:srgbClr val="B7B7B7"/>
          </p15:clr>
        </p15:guide>
        <p15:guide id="12" orient="horz" pos="2318">
          <p15:clr>
            <a:srgbClr val="B7B7B7"/>
          </p15:clr>
        </p15:guide>
        <p15:guide id="13" orient="horz" pos="2493">
          <p15:clr>
            <a:srgbClr val="B7B7B7"/>
          </p15:clr>
        </p15:guide>
        <p15:guide id="14" pos="2766">
          <p15:clr>
            <a:srgbClr val="FA7B17"/>
          </p15:clr>
        </p15:guide>
        <p15:guide id="15" pos="4377">
          <p15:clr>
            <a:srgbClr val="FA7B17"/>
          </p15:clr>
        </p15:guide>
        <p15:guide id="16" pos="1497">
          <p15:clr>
            <a:schemeClr val="accent1"/>
          </p15:clr>
        </p15:guide>
        <p15:guide id="17" pos="1610">
          <p15:clr>
            <a:srgbClr val="FA7B17"/>
          </p15:clr>
        </p15:guide>
        <p15:guide id="18" pos="2994">
          <p15:clr>
            <a:srgbClr val="FA7B17"/>
          </p15:clr>
        </p15:guide>
        <p15:guide id="19" pos="4150">
          <p15:clr>
            <a:srgbClr val="FA7B17"/>
          </p15:clr>
        </p15:guide>
        <p15:guide id="20" pos="2880">
          <p15:clr>
            <a:srgbClr val="7E24D5"/>
          </p15:clr>
        </p15:guide>
        <p15:guide id="21" pos="4264">
          <p15:clr>
            <a:srgbClr val="7E24D5"/>
          </p15:clr>
        </p15:guide>
        <p15:guide id="22" pos="1383">
          <p15:clr>
            <a:srgbClr val="FA7B17"/>
          </p15:clr>
        </p15:guide>
        <p15:guide id="23" pos="1959">
          <p15:clr>
            <a:srgbClr val="38BD60"/>
          </p15:clr>
        </p15:guide>
        <p15:guide id="24" pos="3801">
          <p15:clr>
            <a:schemeClr val="accent4"/>
          </p15:clr>
        </p15:guide>
        <p15:guide id="25" pos="1846">
          <p15:clr>
            <a:srgbClr val="FA7B17"/>
          </p15:clr>
        </p15:guide>
        <p15:guide id="26" pos="2073">
          <p15:clr>
            <a:srgbClr val="FA7B17"/>
          </p15:clr>
        </p15:guide>
        <p15:guide id="27" pos="3687">
          <p15:clr>
            <a:srgbClr val="FA7B17"/>
          </p15:clr>
        </p15:guide>
        <p15:guide id="28" pos="3914">
          <p15:clr>
            <a:srgbClr val="FA7B17"/>
          </p15:clr>
        </p15:guide>
        <p15:guide id="29" orient="horz" pos="2667">
          <p15:clr>
            <a:srgbClr val="CCCCCC"/>
          </p15:clr>
        </p15:guide>
        <p15:guide id="30" orient="horz" pos="2842">
          <p15:clr>
            <a:srgbClr val="CCCCCC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етка May 2021">
  <p:cSld name="CUSTOM_1_1_1_1_1_1_1_1_1_1_3_1_1_4_3">
    <p:bg>
      <p:bgPr>
        <a:solidFill>
          <a:schemeClr val="lt1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>
        <p15:guide id="1" orient="horz" pos="401">
          <p15:clr>
            <a:srgbClr val="B7B7B7"/>
          </p15:clr>
        </p15:guide>
        <p15:guide id="2" orient="horz" pos="576">
          <p15:clr>
            <a:srgbClr val="B7B7B7"/>
          </p15:clr>
        </p15:guide>
        <p15:guide id="3" orient="horz" pos="751">
          <p15:clr>
            <a:srgbClr val="B7B7B7"/>
          </p15:clr>
        </p15:guide>
        <p15:guide id="4" orient="horz" pos="925">
          <p15:clr>
            <a:srgbClr val="B7B7B7"/>
          </p15:clr>
        </p15:guide>
        <p15:guide id="5" orient="horz" pos="1100">
          <p15:clr>
            <a:srgbClr val="B7B7B7"/>
          </p15:clr>
        </p15:guide>
        <p15:guide id="6" orient="horz" pos="1274">
          <p15:clr>
            <a:srgbClr val="B7B7B7"/>
          </p15:clr>
        </p15:guide>
        <p15:guide id="7" orient="horz" pos="1449">
          <p15:clr>
            <a:srgbClr val="B7B7B7"/>
          </p15:clr>
        </p15:guide>
        <p15:guide id="8" orient="horz" pos="1620">
          <p15:clr>
            <a:srgbClr val="B7B7B7"/>
          </p15:clr>
        </p15:guide>
        <p15:guide id="9" orient="horz" pos="1794">
          <p15:clr>
            <a:srgbClr val="B7B7B7"/>
          </p15:clr>
        </p15:guide>
        <p15:guide id="10" orient="horz" pos="1969">
          <p15:clr>
            <a:srgbClr val="B7B7B7"/>
          </p15:clr>
        </p15:guide>
        <p15:guide id="11" orient="horz" pos="2143">
          <p15:clr>
            <a:srgbClr val="B7B7B7"/>
          </p15:clr>
        </p15:guide>
        <p15:guide id="12" orient="horz" pos="2318">
          <p15:clr>
            <a:srgbClr val="B7B7B7"/>
          </p15:clr>
        </p15:guide>
        <p15:guide id="13" orient="horz" pos="2493">
          <p15:clr>
            <a:srgbClr val="B7B7B7"/>
          </p15:clr>
        </p15:guide>
        <p15:guide id="14" pos="2766">
          <p15:clr>
            <a:srgbClr val="FA7B17"/>
          </p15:clr>
        </p15:guide>
        <p15:guide id="15" pos="4377">
          <p15:clr>
            <a:srgbClr val="FA7B17"/>
          </p15:clr>
        </p15:guide>
        <p15:guide id="16" pos="1497">
          <p15:clr>
            <a:schemeClr val="accent1"/>
          </p15:clr>
        </p15:guide>
        <p15:guide id="17" pos="1610">
          <p15:clr>
            <a:srgbClr val="FA7B17"/>
          </p15:clr>
        </p15:guide>
        <p15:guide id="18" pos="2994">
          <p15:clr>
            <a:srgbClr val="FA7B17"/>
          </p15:clr>
        </p15:guide>
        <p15:guide id="19" pos="4150">
          <p15:clr>
            <a:srgbClr val="FA7B17"/>
          </p15:clr>
        </p15:guide>
        <p15:guide id="20" pos="2880">
          <p15:clr>
            <a:srgbClr val="7E24D5"/>
          </p15:clr>
        </p15:guide>
        <p15:guide id="21" pos="4264">
          <p15:clr>
            <a:srgbClr val="7E24D5"/>
          </p15:clr>
        </p15:guide>
        <p15:guide id="22" pos="1383">
          <p15:clr>
            <a:srgbClr val="FA7B17"/>
          </p15:clr>
        </p15:guide>
        <p15:guide id="23" pos="1959">
          <p15:clr>
            <a:srgbClr val="38BD60"/>
          </p15:clr>
        </p15:guide>
        <p15:guide id="24" pos="3801">
          <p15:clr>
            <a:schemeClr val="accent4"/>
          </p15:clr>
        </p15:guide>
        <p15:guide id="25" pos="1846">
          <p15:clr>
            <a:srgbClr val="FA7B17"/>
          </p15:clr>
        </p15:guide>
        <p15:guide id="26" pos="2073">
          <p15:clr>
            <a:srgbClr val="FA7B17"/>
          </p15:clr>
        </p15:guide>
        <p15:guide id="27" pos="3687">
          <p15:clr>
            <a:srgbClr val="FA7B17"/>
          </p15:clr>
        </p15:guide>
        <p15:guide id="28" pos="3914">
          <p15:clr>
            <a:srgbClr val="FA7B17"/>
          </p15:clr>
        </p15:guide>
        <p15:guide id="29" orient="horz" pos="2667">
          <p15:clr>
            <a:srgbClr val="CCCCCC"/>
          </p15:clr>
        </p15:guide>
        <p15:guide id="30" orient="horz" pos="2842">
          <p15:clr>
            <a:srgbClr val="CCCCCC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овторение">
  <p:cSld name="CUSTOM_1_1_1_1_1_1_1_1_1_1_3_1_1_4_2">
    <p:bg>
      <p:bgPr>
        <a:solidFill>
          <a:schemeClr val="lt1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3"/>
          <p:cNvSpPr/>
          <p:nvPr/>
        </p:nvSpPr>
        <p:spPr>
          <a:xfrm>
            <a:off x="0" y="5035325"/>
            <a:ext cx="9144000" cy="116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23"/>
          <p:cNvSpPr txBox="1"/>
          <p:nvPr>
            <p:ph idx="1" type="subTitle"/>
          </p:nvPr>
        </p:nvSpPr>
        <p:spPr>
          <a:xfrm>
            <a:off x="366775" y="4680000"/>
            <a:ext cx="7145700" cy="2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ontserrat Medium"/>
              <a:buNone/>
              <a:defRPr sz="1200">
                <a:solidFill>
                  <a:schemeClr val="accen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Montserrat Medium"/>
              <a:buNone/>
              <a:defRPr>
                <a:solidFill>
                  <a:schemeClr val="accen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Montserrat Medium"/>
              <a:buNone/>
              <a:defRPr>
                <a:solidFill>
                  <a:schemeClr val="accen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Montserrat Medium"/>
              <a:buNone/>
              <a:defRPr>
                <a:solidFill>
                  <a:schemeClr val="accen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Montserrat Medium"/>
              <a:buNone/>
              <a:defRPr>
                <a:solidFill>
                  <a:schemeClr val="accen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Montserrat Medium"/>
              <a:buNone/>
              <a:defRPr>
                <a:solidFill>
                  <a:schemeClr val="accen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Montserrat Medium"/>
              <a:buNone/>
              <a:defRPr>
                <a:solidFill>
                  <a:schemeClr val="accen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Montserrat Medium"/>
              <a:buNone/>
              <a:defRPr>
                <a:solidFill>
                  <a:schemeClr val="accen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Montserrat Medium"/>
              <a:buNone/>
              <a:defRPr>
                <a:solidFill>
                  <a:schemeClr val="accen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pic>
        <p:nvPicPr>
          <p:cNvPr id="119" name="Google Shape;119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168100" y="4456389"/>
            <a:ext cx="627842" cy="57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01">
          <p15:clr>
            <a:srgbClr val="B7B7B7"/>
          </p15:clr>
        </p15:guide>
        <p15:guide id="2" orient="horz" pos="576">
          <p15:clr>
            <a:srgbClr val="B7B7B7"/>
          </p15:clr>
        </p15:guide>
        <p15:guide id="3" orient="horz" pos="751">
          <p15:clr>
            <a:srgbClr val="B7B7B7"/>
          </p15:clr>
        </p15:guide>
        <p15:guide id="4" orient="horz" pos="925">
          <p15:clr>
            <a:srgbClr val="B7B7B7"/>
          </p15:clr>
        </p15:guide>
        <p15:guide id="5" orient="horz" pos="1100">
          <p15:clr>
            <a:srgbClr val="B7B7B7"/>
          </p15:clr>
        </p15:guide>
        <p15:guide id="6" orient="horz" pos="1274">
          <p15:clr>
            <a:srgbClr val="B7B7B7"/>
          </p15:clr>
        </p15:guide>
        <p15:guide id="7" orient="horz" pos="1449">
          <p15:clr>
            <a:srgbClr val="B7B7B7"/>
          </p15:clr>
        </p15:guide>
        <p15:guide id="8" orient="horz" pos="1620">
          <p15:clr>
            <a:srgbClr val="B7B7B7"/>
          </p15:clr>
        </p15:guide>
        <p15:guide id="9" orient="horz" pos="1794">
          <p15:clr>
            <a:srgbClr val="B7B7B7"/>
          </p15:clr>
        </p15:guide>
        <p15:guide id="10" orient="horz" pos="1969">
          <p15:clr>
            <a:srgbClr val="B7B7B7"/>
          </p15:clr>
        </p15:guide>
        <p15:guide id="11" orient="horz" pos="2143">
          <p15:clr>
            <a:srgbClr val="B7B7B7"/>
          </p15:clr>
        </p15:guide>
        <p15:guide id="12" orient="horz" pos="2318">
          <p15:clr>
            <a:srgbClr val="B7B7B7"/>
          </p15:clr>
        </p15:guide>
        <p15:guide id="13" orient="horz" pos="2493">
          <p15:clr>
            <a:srgbClr val="B7B7B7"/>
          </p15:clr>
        </p15:guide>
        <p15:guide id="14" pos="2766">
          <p15:clr>
            <a:srgbClr val="FA7B17"/>
          </p15:clr>
        </p15:guide>
        <p15:guide id="15" pos="4377">
          <p15:clr>
            <a:srgbClr val="FA7B17"/>
          </p15:clr>
        </p15:guide>
        <p15:guide id="16" pos="1497">
          <p15:clr>
            <a:schemeClr val="accent1"/>
          </p15:clr>
        </p15:guide>
        <p15:guide id="17" pos="1610">
          <p15:clr>
            <a:srgbClr val="FA7B17"/>
          </p15:clr>
        </p15:guide>
        <p15:guide id="18" pos="2994">
          <p15:clr>
            <a:srgbClr val="FA7B17"/>
          </p15:clr>
        </p15:guide>
        <p15:guide id="19" pos="4150">
          <p15:clr>
            <a:srgbClr val="FA7B17"/>
          </p15:clr>
        </p15:guide>
        <p15:guide id="20" pos="2880">
          <p15:clr>
            <a:srgbClr val="7E24D5"/>
          </p15:clr>
        </p15:guide>
        <p15:guide id="21" pos="4264">
          <p15:clr>
            <a:srgbClr val="7E24D5"/>
          </p15:clr>
        </p15:guide>
        <p15:guide id="22" pos="1383">
          <p15:clr>
            <a:srgbClr val="FA7B17"/>
          </p15:clr>
        </p15:guide>
        <p15:guide id="23" pos="1959">
          <p15:clr>
            <a:srgbClr val="38BD60"/>
          </p15:clr>
        </p15:guide>
        <p15:guide id="24" pos="3801">
          <p15:clr>
            <a:schemeClr val="accent4"/>
          </p15:clr>
        </p15:guide>
        <p15:guide id="25" pos="1846">
          <p15:clr>
            <a:srgbClr val="FA7B17"/>
          </p15:clr>
        </p15:guide>
        <p15:guide id="26" pos="2073">
          <p15:clr>
            <a:srgbClr val="FA7B17"/>
          </p15:clr>
        </p15:guide>
        <p15:guide id="27" pos="3687">
          <p15:clr>
            <a:srgbClr val="FA7B17"/>
          </p15:clr>
        </p15:guide>
        <p15:guide id="28" pos="3914">
          <p15:clr>
            <a:srgbClr val="FA7B17"/>
          </p15:clr>
        </p15:guide>
        <p15:guide id="29" orient="horz" pos="2667">
          <p15:clr>
            <a:srgbClr val="CCCCCC"/>
          </p15:clr>
        </p15:guide>
        <p15:guide id="30" orient="horz" pos="2842">
          <p15:clr>
            <a:srgbClr val="CCCCCC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овторение. Заголовок. Текст.">
  <p:cSld name="CUSTOM_1_1_1_1_1_1_1_1_1_1_3_1_1_4_2_1">
    <p:bg>
      <p:bgPr>
        <a:solidFill>
          <a:schemeClr val="lt1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4"/>
          <p:cNvSpPr/>
          <p:nvPr/>
        </p:nvSpPr>
        <p:spPr>
          <a:xfrm>
            <a:off x="0" y="5035325"/>
            <a:ext cx="9144000" cy="116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24"/>
          <p:cNvSpPr txBox="1"/>
          <p:nvPr>
            <p:ph type="title"/>
          </p:nvPr>
        </p:nvSpPr>
        <p:spPr>
          <a:xfrm>
            <a:off x="360450" y="360450"/>
            <a:ext cx="8423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23" name="Google Shape;123;p24"/>
          <p:cNvSpPr txBox="1"/>
          <p:nvPr>
            <p:ph idx="1" type="body"/>
          </p:nvPr>
        </p:nvSpPr>
        <p:spPr>
          <a:xfrm>
            <a:off x="360000" y="1191600"/>
            <a:ext cx="8430600" cy="30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2" type="subTitle"/>
          </p:nvPr>
        </p:nvSpPr>
        <p:spPr>
          <a:xfrm>
            <a:off x="366775" y="4680000"/>
            <a:ext cx="7145700" cy="2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ontserrat Medium"/>
              <a:buNone/>
              <a:defRPr sz="1200">
                <a:solidFill>
                  <a:schemeClr val="accen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Montserrat Medium"/>
              <a:buNone/>
              <a:defRPr>
                <a:solidFill>
                  <a:schemeClr val="accen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Montserrat Medium"/>
              <a:buNone/>
              <a:defRPr>
                <a:solidFill>
                  <a:schemeClr val="accen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Montserrat Medium"/>
              <a:buNone/>
              <a:defRPr>
                <a:solidFill>
                  <a:schemeClr val="accen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Montserrat Medium"/>
              <a:buNone/>
              <a:defRPr>
                <a:solidFill>
                  <a:schemeClr val="accen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Montserrat Medium"/>
              <a:buNone/>
              <a:defRPr>
                <a:solidFill>
                  <a:schemeClr val="accen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Montserrat Medium"/>
              <a:buNone/>
              <a:defRPr>
                <a:solidFill>
                  <a:schemeClr val="accen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Montserrat Medium"/>
              <a:buNone/>
              <a:defRPr>
                <a:solidFill>
                  <a:schemeClr val="accen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Montserrat Medium"/>
              <a:buNone/>
              <a:defRPr>
                <a:solidFill>
                  <a:schemeClr val="accen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pic>
        <p:nvPicPr>
          <p:cNvPr id="125" name="Google Shape;125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168100" y="4456389"/>
            <a:ext cx="627842" cy="57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01">
          <p15:clr>
            <a:srgbClr val="B7B7B7"/>
          </p15:clr>
        </p15:guide>
        <p15:guide id="2" orient="horz" pos="576">
          <p15:clr>
            <a:srgbClr val="B7B7B7"/>
          </p15:clr>
        </p15:guide>
        <p15:guide id="3" orient="horz" pos="751">
          <p15:clr>
            <a:srgbClr val="B7B7B7"/>
          </p15:clr>
        </p15:guide>
        <p15:guide id="4" orient="horz" pos="925">
          <p15:clr>
            <a:srgbClr val="B7B7B7"/>
          </p15:clr>
        </p15:guide>
        <p15:guide id="5" orient="horz" pos="1100">
          <p15:clr>
            <a:srgbClr val="B7B7B7"/>
          </p15:clr>
        </p15:guide>
        <p15:guide id="6" orient="horz" pos="1274">
          <p15:clr>
            <a:srgbClr val="B7B7B7"/>
          </p15:clr>
        </p15:guide>
        <p15:guide id="7" orient="horz" pos="1449">
          <p15:clr>
            <a:srgbClr val="B7B7B7"/>
          </p15:clr>
        </p15:guide>
        <p15:guide id="8" orient="horz" pos="1620">
          <p15:clr>
            <a:srgbClr val="B7B7B7"/>
          </p15:clr>
        </p15:guide>
        <p15:guide id="9" orient="horz" pos="1794">
          <p15:clr>
            <a:srgbClr val="B7B7B7"/>
          </p15:clr>
        </p15:guide>
        <p15:guide id="10" orient="horz" pos="1969">
          <p15:clr>
            <a:srgbClr val="B7B7B7"/>
          </p15:clr>
        </p15:guide>
        <p15:guide id="11" orient="horz" pos="2143">
          <p15:clr>
            <a:srgbClr val="B7B7B7"/>
          </p15:clr>
        </p15:guide>
        <p15:guide id="12" orient="horz" pos="2318">
          <p15:clr>
            <a:srgbClr val="B7B7B7"/>
          </p15:clr>
        </p15:guide>
        <p15:guide id="13" orient="horz" pos="2493">
          <p15:clr>
            <a:srgbClr val="B7B7B7"/>
          </p15:clr>
        </p15:guide>
        <p15:guide id="14" pos="2766">
          <p15:clr>
            <a:srgbClr val="FA7B17"/>
          </p15:clr>
        </p15:guide>
        <p15:guide id="15" pos="4377">
          <p15:clr>
            <a:srgbClr val="FA7B17"/>
          </p15:clr>
        </p15:guide>
        <p15:guide id="16" pos="1497">
          <p15:clr>
            <a:schemeClr val="accent1"/>
          </p15:clr>
        </p15:guide>
        <p15:guide id="17" pos="1610">
          <p15:clr>
            <a:srgbClr val="FA7B17"/>
          </p15:clr>
        </p15:guide>
        <p15:guide id="18" pos="2994">
          <p15:clr>
            <a:srgbClr val="FA7B17"/>
          </p15:clr>
        </p15:guide>
        <p15:guide id="19" pos="4150">
          <p15:clr>
            <a:srgbClr val="FA7B17"/>
          </p15:clr>
        </p15:guide>
        <p15:guide id="20" pos="2880">
          <p15:clr>
            <a:srgbClr val="7E24D5"/>
          </p15:clr>
        </p15:guide>
        <p15:guide id="21" pos="4264">
          <p15:clr>
            <a:srgbClr val="7E24D5"/>
          </p15:clr>
        </p15:guide>
        <p15:guide id="22" pos="1383">
          <p15:clr>
            <a:srgbClr val="FA7B17"/>
          </p15:clr>
        </p15:guide>
        <p15:guide id="23" pos="1959">
          <p15:clr>
            <a:srgbClr val="38BD60"/>
          </p15:clr>
        </p15:guide>
        <p15:guide id="24" pos="3801">
          <p15:clr>
            <a:schemeClr val="accent4"/>
          </p15:clr>
        </p15:guide>
        <p15:guide id="25" pos="1846">
          <p15:clr>
            <a:srgbClr val="FA7B17"/>
          </p15:clr>
        </p15:guide>
        <p15:guide id="26" pos="2073">
          <p15:clr>
            <a:srgbClr val="FA7B17"/>
          </p15:clr>
        </p15:guide>
        <p15:guide id="27" pos="3687">
          <p15:clr>
            <a:srgbClr val="FA7B17"/>
          </p15:clr>
        </p15:guide>
        <p15:guide id="28" pos="3914">
          <p15:clr>
            <a:srgbClr val="FA7B17"/>
          </p15:clr>
        </p15:guide>
        <p15:guide id="29" orient="horz" pos="2667">
          <p15:clr>
            <a:srgbClr val="CCCCCC"/>
          </p15:clr>
        </p15:guide>
        <p15:guide id="30" orient="horz" pos="2842">
          <p15:clr>
            <a:srgbClr val="CCCCCC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бсуждение. Заголовок. Текст.">
  <p:cSld name="CUSTOM_1_1_1_1_1_1_1_1_1_1_3_1_1_4_1_1_2">
    <p:bg>
      <p:bgPr>
        <a:solidFill>
          <a:schemeClr val="lt1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5"/>
          <p:cNvSpPr/>
          <p:nvPr/>
        </p:nvSpPr>
        <p:spPr>
          <a:xfrm>
            <a:off x="0" y="5035325"/>
            <a:ext cx="9144000" cy="116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25"/>
          <p:cNvSpPr txBox="1"/>
          <p:nvPr>
            <p:ph type="title"/>
          </p:nvPr>
        </p:nvSpPr>
        <p:spPr>
          <a:xfrm>
            <a:off x="360450" y="360450"/>
            <a:ext cx="8423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29" name="Google Shape;129;p25"/>
          <p:cNvSpPr txBox="1"/>
          <p:nvPr>
            <p:ph idx="1" type="body"/>
          </p:nvPr>
        </p:nvSpPr>
        <p:spPr>
          <a:xfrm>
            <a:off x="360000" y="1191600"/>
            <a:ext cx="8430600" cy="30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130" name="Google Shape;130;p25"/>
          <p:cNvSpPr txBox="1"/>
          <p:nvPr>
            <p:ph idx="2" type="subTitle"/>
          </p:nvPr>
        </p:nvSpPr>
        <p:spPr>
          <a:xfrm>
            <a:off x="366775" y="4680000"/>
            <a:ext cx="7145700" cy="2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Montserrat Medium"/>
              <a:buNone/>
              <a:defRPr sz="1200">
                <a:solidFill>
                  <a:schemeClr val="accent4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Montserrat Medium"/>
              <a:buNone/>
              <a:defRPr>
                <a:solidFill>
                  <a:schemeClr val="accent4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Montserrat Medium"/>
              <a:buNone/>
              <a:defRPr>
                <a:solidFill>
                  <a:schemeClr val="accent4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Montserrat Medium"/>
              <a:buNone/>
              <a:defRPr>
                <a:solidFill>
                  <a:schemeClr val="accent4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Montserrat Medium"/>
              <a:buNone/>
              <a:defRPr>
                <a:solidFill>
                  <a:schemeClr val="accent4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Montserrat Medium"/>
              <a:buNone/>
              <a:defRPr>
                <a:solidFill>
                  <a:schemeClr val="accent4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Montserrat Medium"/>
              <a:buNone/>
              <a:defRPr>
                <a:solidFill>
                  <a:schemeClr val="accent4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Montserrat Medium"/>
              <a:buNone/>
              <a:defRPr>
                <a:solidFill>
                  <a:schemeClr val="accent4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Montserrat Medium"/>
              <a:buNone/>
              <a:defRPr>
                <a:solidFill>
                  <a:schemeClr val="accent4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pic>
        <p:nvPicPr>
          <p:cNvPr id="131" name="Google Shape;131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324017" y="4444625"/>
            <a:ext cx="534575" cy="590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01">
          <p15:clr>
            <a:srgbClr val="B7B7B7"/>
          </p15:clr>
        </p15:guide>
        <p15:guide id="2" orient="horz" pos="576">
          <p15:clr>
            <a:srgbClr val="B7B7B7"/>
          </p15:clr>
        </p15:guide>
        <p15:guide id="3" orient="horz" pos="751">
          <p15:clr>
            <a:srgbClr val="B7B7B7"/>
          </p15:clr>
        </p15:guide>
        <p15:guide id="4" orient="horz" pos="925">
          <p15:clr>
            <a:srgbClr val="B7B7B7"/>
          </p15:clr>
        </p15:guide>
        <p15:guide id="5" orient="horz" pos="1100">
          <p15:clr>
            <a:srgbClr val="B7B7B7"/>
          </p15:clr>
        </p15:guide>
        <p15:guide id="6" orient="horz" pos="1274">
          <p15:clr>
            <a:srgbClr val="B7B7B7"/>
          </p15:clr>
        </p15:guide>
        <p15:guide id="7" orient="horz" pos="1449">
          <p15:clr>
            <a:srgbClr val="B7B7B7"/>
          </p15:clr>
        </p15:guide>
        <p15:guide id="8" orient="horz" pos="1620">
          <p15:clr>
            <a:srgbClr val="B7B7B7"/>
          </p15:clr>
        </p15:guide>
        <p15:guide id="9" orient="horz" pos="1794">
          <p15:clr>
            <a:srgbClr val="B7B7B7"/>
          </p15:clr>
        </p15:guide>
        <p15:guide id="10" orient="horz" pos="1969">
          <p15:clr>
            <a:srgbClr val="B7B7B7"/>
          </p15:clr>
        </p15:guide>
        <p15:guide id="11" orient="horz" pos="2143">
          <p15:clr>
            <a:srgbClr val="B7B7B7"/>
          </p15:clr>
        </p15:guide>
        <p15:guide id="12" orient="horz" pos="2318">
          <p15:clr>
            <a:srgbClr val="B7B7B7"/>
          </p15:clr>
        </p15:guide>
        <p15:guide id="13" orient="horz" pos="2493">
          <p15:clr>
            <a:srgbClr val="B7B7B7"/>
          </p15:clr>
        </p15:guide>
        <p15:guide id="14" pos="2766">
          <p15:clr>
            <a:srgbClr val="FA7B17"/>
          </p15:clr>
        </p15:guide>
        <p15:guide id="15" pos="4377">
          <p15:clr>
            <a:srgbClr val="FA7B17"/>
          </p15:clr>
        </p15:guide>
        <p15:guide id="16" pos="1497">
          <p15:clr>
            <a:schemeClr val="accent1"/>
          </p15:clr>
        </p15:guide>
        <p15:guide id="17" pos="1610">
          <p15:clr>
            <a:srgbClr val="FA7B17"/>
          </p15:clr>
        </p15:guide>
        <p15:guide id="18" pos="2994">
          <p15:clr>
            <a:srgbClr val="FA7B17"/>
          </p15:clr>
        </p15:guide>
        <p15:guide id="19" pos="4150">
          <p15:clr>
            <a:srgbClr val="FA7B17"/>
          </p15:clr>
        </p15:guide>
        <p15:guide id="20" pos="2880">
          <p15:clr>
            <a:srgbClr val="7E24D5"/>
          </p15:clr>
        </p15:guide>
        <p15:guide id="21" pos="4264">
          <p15:clr>
            <a:srgbClr val="7E24D5"/>
          </p15:clr>
        </p15:guide>
        <p15:guide id="22" pos="1383">
          <p15:clr>
            <a:srgbClr val="FA7B17"/>
          </p15:clr>
        </p15:guide>
        <p15:guide id="23" pos="1958">
          <p15:clr>
            <a:srgbClr val="38BD60"/>
          </p15:clr>
        </p15:guide>
        <p15:guide id="24" pos="3802">
          <p15:clr>
            <a:schemeClr val="accent4"/>
          </p15:clr>
        </p15:guide>
        <p15:guide id="25" pos="1846">
          <p15:clr>
            <a:srgbClr val="FA7B17"/>
          </p15:clr>
        </p15:guide>
        <p15:guide id="26" pos="2073">
          <p15:clr>
            <a:srgbClr val="FA7B17"/>
          </p15:clr>
        </p15:guide>
        <p15:guide id="27" pos="3689">
          <p15:clr>
            <a:srgbClr val="FA7B17"/>
          </p15:clr>
        </p15:guide>
        <p15:guide id="28" pos="3914">
          <p15:clr>
            <a:srgbClr val="FA7B17"/>
          </p15:clr>
        </p15:guide>
        <p15:guide id="29" orient="horz" pos="2667">
          <p15:clr>
            <a:srgbClr val="CCCCCC"/>
          </p15:clr>
        </p15:guide>
        <p15:guide id="30" orient="horz" pos="2842">
          <p15:clr>
            <a:srgbClr val="CCCCCC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Новая тема">
  <p:cSld name="CUSTOM_1_1_1_1_1_1_1_1_1_1_3_1_1_4_1_1_1">
    <p:bg>
      <p:bgPr>
        <a:solidFill>
          <a:schemeClr val="lt1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6"/>
          <p:cNvSpPr/>
          <p:nvPr/>
        </p:nvSpPr>
        <p:spPr>
          <a:xfrm>
            <a:off x="0" y="5035325"/>
            <a:ext cx="9144000" cy="1161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26"/>
          <p:cNvSpPr txBox="1"/>
          <p:nvPr>
            <p:ph idx="1" type="subTitle"/>
          </p:nvPr>
        </p:nvSpPr>
        <p:spPr>
          <a:xfrm>
            <a:off x="366775" y="4680000"/>
            <a:ext cx="7145700" cy="2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Montserrat Medium"/>
              <a:buNone/>
              <a:defRPr sz="1200"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Montserrat Medium"/>
              <a:buNone/>
              <a:defRPr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Montserrat Medium"/>
              <a:buNone/>
              <a:defRPr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Montserrat Medium"/>
              <a:buNone/>
              <a:defRPr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Montserrat Medium"/>
              <a:buNone/>
              <a:defRPr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Montserrat Medium"/>
              <a:buNone/>
              <a:defRPr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Montserrat Medium"/>
              <a:buNone/>
              <a:defRPr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Montserrat Medium"/>
              <a:buNone/>
              <a:defRPr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Montserrat Medium"/>
              <a:buNone/>
              <a:defRPr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pic>
        <p:nvPicPr>
          <p:cNvPr id="135" name="Google Shape;135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262736" y="4445275"/>
            <a:ext cx="531725" cy="5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01">
          <p15:clr>
            <a:srgbClr val="B7B7B7"/>
          </p15:clr>
        </p15:guide>
        <p15:guide id="2" orient="horz" pos="576">
          <p15:clr>
            <a:srgbClr val="B7B7B7"/>
          </p15:clr>
        </p15:guide>
        <p15:guide id="3" orient="horz" pos="751">
          <p15:clr>
            <a:srgbClr val="B7B7B7"/>
          </p15:clr>
        </p15:guide>
        <p15:guide id="4" orient="horz" pos="925">
          <p15:clr>
            <a:srgbClr val="B7B7B7"/>
          </p15:clr>
        </p15:guide>
        <p15:guide id="5" orient="horz" pos="1100">
          <p15:clr>
            <a:srgbClr val="B7B7B7"/>
          </p15:clr>
        </p15:guide>
        <p15:guide id="6" orient="horz" pos="1274">
          <p15:clr>
            <a:srgbClr val="B7B7B7"/>
          </p15:clr>
        </p15:guide>
        <p15:guide id="7" orient="horz" pos="1449">
          <p15:clr>
            <a:srgbClr val="B7B7B7"/>
          </p15:clr>
        </p15:guide>
        <p15:guide id="8" orient="horz" pos="1620">
          <p15:clr>
            <a:srgbClr val="B7B7B7"/>
          </p15:clr>
        </p15:guide>
        <p15:guide id="9" orient="horz" pos="1794">
          <p15:clr>
            <a:srgbClr val="B7B7B7"/>
          </p15:clr>
        </p15:guide>
        <p15:guide id="10" orient="horz" pos="1969">
          <p15:clr>
            <a:srgbClr val="B7B7B7"/>
          </p15:clr>
        </p15:guide>
        <p15:guide id="11" orient="horz" pos="2143">
          <p15:clr>
            <a:srgbClr val="B7B7B7"/>
          </p15:clr>
        </p15:guide>
        <p15:guide id="12" orient="horz" pos="2318">
          <p15:clr>
            <a:srgbClr val="B7B7B7"/>
          </p15:clr>
        </p15:guide>
        <p15:guide id="13" orient="horz" pos="2493">
          <p15:clr>
            <a:srgbClr val="B7B7B7"/>
          </p15:clr>
        </p15:guide>
        <p15:guide id="14" pos="2766">
          <p15:clr>
            <a:srgbClr val="FA7B17"/>
          </p15:clr>
        </p15:guide>
        <p15:guide id="15" pos="4377">
          <p15:clr>
            <a:srgbClr val="FA7B17"/>
          </p15:clr>
        </p15:guide>
        <p15:guide id="16" pos="1497">
          <p15:clr>
            <a:schemeClr val="accent1"/>
          </p15:clr>
        </p15:guide>
        <p15:guide id="17" pos="1610">
          <p15:clr>
            <a:srgbClr val="FA7B17"/>
          </p15:clr>
        </p15:guide>
        <p15:guide id="18" pos="2994">
          <p15:clr>
            <a:srgbClr val="FA7B17"/>
          </p15:clr>
        </p15:guide>
        <p15:guide id="19" pos="4150">
          <p15:clr>
            <a:srgbClr val="FA7B17"/>
          </p15:clr>
        </p15:guide>
        <p15:guide id="20" pos="2880">
          <p15:clr>
            <a:srgbClr val="7E24D5"/>
          </p15:clr>
        </p15:guide>
        <p15:guide id="21" pos="4264">
          <p15:clr>
            <a:srgbClr val="7E24D5"/>
          </p15:clr>
        </p15:guide>
        <p15:guide id="22" pos="1383">
          <p15:clr>
            <a:srgbClr val="FA7B17"/>
          </p15:clr>
        </p15:guide>
        <p15:guide id="23" pos="1958">
          <p15:clr>
            <a:srgbClr val="38BD60"/>
          </p15:clr>
        </p15:guide>
        <p15:guide id="24" pos="3802">
          <p15:clr>
            <a:schemeClr val="accent4"/>
          </p15:clr>
        </p15:guide>
        <p15:guide id="25" pos="1846">
          <p15:clr>
            <a:srgbClr val="FA7B17"/>
          </p15:clr>
        </p15:guide>
        <p15:guide id="26" pos="2073">
          <p15:clr>
            <a:srgbClr val="FA7B17"/>
          </p15:clr>
        </p15:guide>
        <p15:guide id="27" pos="3689">
          <p15:clr>
            <a:srgbClr val="FA7B17"/>
          </p15:clr>
        </p15:guide>
        <p15:guide id="28" pos="3914">
          <p15:clr>
            <a:srgbClr val="FA7B17"/>
          </p15:clr>
        </p15:guide>
        <p15:guide id="29" orient="horz" pos="2667">
          <p15:clr>
            <a:srgbClr val="CCCCCC"/>
          </p15:clr>
        </p15:guide>
        <p15:guide id="30" orient="horz" pos="2842">
          <p15:clr>
            <a:srgbClr val="CCCCCC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Новая тема. Заголовок. Текст.">
  <p:cSld name="CUSTOM_1_1_1_1_1_1_1_1_1_1_3_1_1_4_1_1_1_3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7"/>
          <p:cNvSpPr/>
          <p:nvPr/>
        </p:nvSpPr>
        <p:spPr>
          <a:xfrm>
            <a:off x="0" y="5035325"/>
            <a:ext cx="9144000" cy="1161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27"/>
          <p:cNvSpPr txBox="1"/>
          <p:nvPr>
            <p:ph type="title"/>
          </p:nvPr>
        </p:nvSpPr>
        <p:spPr>
          <a:xfrm>
            <a:off x="360450" y="360450"/>
            <a:ext cx="8423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39" name="Google Shape;139;p27"/>
          <p:cNvSpPr txBox="1"/>
          <p:nvPr>
            <p:ph idx="1" type="body"/>
          </p:nvPr>
        </p:nvSpPr>
        <p:spPr>
          <a:xfrm>
            <a:off x="360000" y="1191600"/>
            <a:ext cx="8430600" cy="30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140" name="Google Shape;140;p27"/>
          <p:cNvSpPr txBox="1"/>
          <p:nvPr>
            <p:ph idx="2" type="subTitle"/>
          </p:nvPr>
        </p:nvSpPr>
        <p:spPr>
          <a:xfrm>
            <a:off x="366775" y="4680000"/>
            <a:ext cx="7145700" cy="2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Montserrat Medium"/>
              <a:buNone/>
              <a:defRPr sz="1200"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Montserrat Medium"/>
              <a:buNone/>
              <a:defRPr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Montserrat Medium"/>
              <a:buNone/>
              <a:defRPr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Montserrat Medium"/>
              <a:buNone/>
              <a:defRPr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Montserrat Medium"/>
              <a:buNone/>
              <a:defRPr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Montserrat Medium"/>
              <a:buNone/>
              <a:defRPr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Montserrat Medium"/>
              <a:buNone/>
              <a:defRPr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Montserrat Medium"/>
              <a:buNone/>
              <a:defRPr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Montserrat Medium"/>
              <a:buNone/>
              <a:defRPr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pic>
        <p:nvPicPr>
          <p:cNvPr id="141" name="Google Shape;141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262736" y="4445275"/>
            <a:ext cx="531725" cy="5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01">
          <p15:clr>
            <a:srgbClr val="B7B7B7"/>
          </p15:clr>
        </p15:guide>
        <p15:guide id="2" orient="horz" pos="576">
          <p15:clr>
            <a:srgbClr val="B7B7B7"/>
          </p15:clr>
        </p15:guide>
        <p15:guide id="3" orient="horz" pos="751">
          <p15:clr>
            <a:srgbClr val="B7B7B7"/>
          </p15:clr>
        </p15:guide>
        <p15:guide id="4" orient="horz" pos="925">
          <p15:clr>
            <a:srgbClr val="B7B7B7"/>
          </p15:clr>
        </p15:guide>
        <p15:guide id="5" orient="horz" pos="1100">
          <p15:clr>
            <a:srgbClr val="B7B7B7"/>
          </p15:clr>
        </p15:guide>
        <p15:guide id="6" orient="horz" pos="1274">
          <p15:clr>
            <a:srgbClr val="B7B7B7"/>
          </p15:clr>
        </p15:guide>
        <p15:guide id="7" orient="horz" pos="1449">
          <p15:clr>
            <a:srgbClr val="B7B7B7"/>
          </p15:clr>
        </p15:guide>
        <p15:guide id="8" orient="horz" pos="1620">
          <p15:clr>
            <a:srgbClr val="B7B7B7"/>
          </p15:clr>
        </p15:guide>
        <p15:guide id="9" orient="horz" pos="1794">
          <p15:clr>
            <a:srgbClr val="B7B7B7"/>
          </p15:clr>
        </p15:guide>
        <p15:guide id="10" orient="horz" pos="1969">
          <p15:clr>
            <a:srgbClr val="B7B7B7"/>
          </p15:clr>
        </p15:guide>
        <p15:guide id="11" orient="horz" pos="2143">
          <p15:clr>
            <a:srgbClr val="B7B7B7"/>
          </p15:clr>
        </p15:guide>
        <p15:guide id="12" orient="horz" pos="2318">
          <p15:clr>
            <a:srgbClr val="B7B7B7"/>
          </p15:clr>
        </p15:guide>
        <p15:guide id="13" orient="horz" pos="2493">
          <p15:clr>
            <a:srgbClr val="B7B7B7"/>
          </p15:clr>
        </p15:guide>
        <p15:guide id="14" pos="2766">
          <p15:clr>
            <a:srgbClr val="FA7B17"/>
          </p15:clr>
        </p15:guide>
        <p15:guide id="15" pos="4377">
          <p15:clr>
            <a:srgbClr val="FA7B17"/>
          </p15:clr>
        </p15:guide>
        <p15:guide id="16" pos="1497">
          <p15:clr>
            <a:schemeClr val="accent1"/>
          </p15:clr>
        </p15:guide>
        <p15:guide id="17" pos="1610">
          <p15:clr>
            <a:srgbClr val="FA7B17"/>
          </p15:clr>
        </p15:guide>
        <p15:guide id="18" pos="2994">
          <p15:clr>
            <a:srgbClr val="FA7B17"/>
          </p15:clr>
        </p15:guide>
        <p15:guide id="19" pos="4150">
          <p15:clr>
            <a:srgbClr val="FA7B17"/>
          </p15:clr>
        </p15:guide>
        <p15:guide id="20" pos="2880">
          <p15:clr>
            <a:srgbClr val="7E24D5"/>
          </p15:clr>
        </p15:guide>
        <p15:guide id="21" pos="4264">
          <p15:clr>
            <a:srgbClr val="7E24D5"/>
          </p15:clr>
        </p15:guide>
        <p15:guide id="22" pos="1383">
          <p15:clr>
            <a:srgbClr val="FA7B17"/>
          </p15:clr>
        </p15:guide>
        <p15:guide id="23" pos="1958">
          <p15:clr>
            <a:srgbClr val="38BD60"/>
          </p15:clr>
        </p15:guide>
        <p15:guide id="24" pos="3802">
          <p15:clr>
            <a:schemeClr val="accent4"/>
          </p15:clr>
        </p15:guide>
        <p15:guide id="25" pos="1846">
          <p15:clr>
            <a:srgbClr val="FA7B17"/>
          </p15:clr>
        </p15:guide>
        <p15:guide id="26" pos="2073">
          <p15:clr>
            <a:srgbClr val="FA7B17"/>
          </p15:clr>
        </p15:guide>
        <p15:guide id="27" pos="3689">
          <p15:clr>
            <a:srgbClr val="FA7B17"/>
          </p15:clr>
        </p15:guide>
        <p15:guide id="28" pos="3914">
          <p15:clr>
            <a:srgbClr val="FA7B17"/>
          </p15:clr>
        </p15:guide>
        <p15:guide id="29" orient="horz" pos="2667">
          <p15:clr>
            <a:srgbClr val="CCCCCC"/>
          </p15:clr>
        </p15:guide>
        <p15:guide id="30" orient="horz" pos="2842">
          <p15:clr>
            <a:srgbClr val="CCCCCC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абота на платформе">
  <p:cSld name="CUSTOM_1_1_1_1_1_1_1_1_1_1_3_1_1_4_1_1_1_2">
    <p:bg>
      <p:bgPr>
        <a:solidFill>
          <a:schemeClr val="lt1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8"/>
          <p:cNvSpPr/>
          <p:nvPr/>
        </p:nvSpPr>
        <p:spPr>
          <a:xfrm>
            <a:off x="0" y="5035325"/>
            <a:ext cx="9144000" cy="116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28"/>
          <p:cNvSpPr txBox="1"/>
          <p:nvPr>
            <p:ph idx="1" type="subTitle"/>
          </p:nvPr>
        </p:nvSpPr>
        <p:spPr>
          <a:xfrm>
            <a:off x="366775" y="4680000"/>
            <a:ext cx="7145700" cy="2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Montserrat Medium"/>
              <a:buNone/>
              <a:defRPr sz="12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pic>
        <p:nvPicPr>
          <p:cNvPr id="145" name="Google Shape;145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112278" y="4422100"/>
            <a:ext cx="676445" cy="62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01">
          <p15:clr>
            <a:srgbClr val="B7B7B7"/>
          </p15:clr>
        </p15:guide>
        <p15:guide id="2" orient="horz" pos="576">
          <p15:clr>
            <a:srgbClr val="B7B7B7"/>
          </p15:clr>
        </p15:guide>
        <p15:guide id="3" orient="horz" pos="751">
          <p15:clr>
            <a:srgbClr val="B7B7B7"/>
          </p15:clr>
        </p15:guide>
        <p15:guide id="4" orient="horz" pos="925">
          <p15:clr>
            <a:srgbClr val="B7B7B7"/>
          </p15:clr>
        </p15:guide>
        <p15:guide id="5" orient="horz" pos="1100">
          <p15:clr>
            <a:srgbClr val="B7B7B7"/>
          </p15:clr>
        </p15:guide>
        <p15:guide id="6" orient="horz" pos="1274">
          <p15:clr>
            <a:srgbClr val="B7B7B7"/>
          </p15:clr>
        </p15:guide>
        <p15:guide id="7" orient="horz" pos="1449">
          <p15:clr>
            <a:srgbClr val="B7B7B7"/>
          </p15:clr>
        </p15:guide>
        <p15:guide id="8" orient="horz" pos="1620">
          <p15:clr>
            <a:srgbClr val="B7B7B7"/>
          </p15:clr>
        </p15:guide>
        <p15:guide id="9" orient="horz" pos="1794">
          <p15:clr>
            <a:srgbClr val="B7B7B7"/>
          </p15:clr>
        </p15:guide>
        <p15:guide id="10" orient="horz" pos="1969">
          <p15:clr>
            <a:srgbClr val="B7B7B7"/>
          </p15:clr>
        </p15:guide>
        <p15:guide id="11" orient="horz" pos="2143">
          <p15:clr>
            <a:srgbClr val="B7B7B7"/>
          </p15:clr>
        </p15:guide>
        <p15:guide id="12" orient="horz" pos="2318">
          <p15:clr>
            <a:srgbClr val="B7B7B7"/>
          </p15:clr>
        </p15:guide>
        <p15:guide id="13" orient="horz" pos="2493">
          <p15:clr>
            <a:srgbClr val="B7B7B7"/>
          </p15:clr>
        </p15:guide>
        <p15:guide id="14" pos="2766">
          <p15:clr>
            <a:srgbClr val="FA7B17"/>
          </p15:clr>
        </p15:guide>
        <p15:guide id="15" pos="4377">
          <p15:clr>
            <a:srgbClr val="FA7B17"/>
          </p15:clr>
        </p15:guide>
        <p15:guide id="16" pos="1497">
          <p15:clr>
            <a:schemeClr val="accent1"/>
          </p15:clr>
        </p15:guide>
        <p15:guide id="17" pos="1610">
          <p15:clr>
            <a:srgbClr val="FA7B17"/>
          </p15:clr>
        </p15:guide>
        <p15:guide id="18" pos="2994">
          <p15:clr>
            <a:srgbClr val="FA7B17"/>
          </p15:clr>
        </p15:guide>
        <p15:guide id="19" pos="4150">
          <p15:clr>
            <a:srgbClr val="FA7B17"/>
          </p15:clr>
        </p15:guide>
        <p15:guide id="20" pos="2880">
          <p15:clr>
            <a:srgbClr val="7E24D5"/>
          </p15:clr>
        </p15:guide>
        <p15:guide id="21" pos="4264">
          <p15:clr>
            <a:srgbClr val="7E24D5"/>
          </p15:clr>
        </p15:guide>
        <p15:guide id="22" pos="1383">
          <p15:clr>
            <a:srgbClr val="FA7B17"/>
          </p15:clr>
        </p15:guide>
        <p15:guide id="23" pos="1958">
          <p15:clr>
            <a:srgbClr val="38BD60"/>
          </p15:clr>
        </p15:guide>
        <p15:guide id="24" pos="3802">
          <p15:clr>
            <a:schemeClr val="accent4"/>
          </p15:clr>
        </p15:guide>
        <p15:guide id="25" pos="1846">
          <p15:clr>
            <a:srgbClr val="FA7B17"/>
          </p15:clr>
        </p15:guide>
        <p15:guide id="26" pos="2073">
          <p15:clr>
            <a:srgbClr val="FA7B17"/>
          </p15:clr>
        </p15:guide>
        <p15:guide id="27" pos="3689">
          <p15:clr>
            <a:srgbClr val="FA7B17"/>
          </p15:clr>
        </p15:guide>
        <p15:guide id="28" pos="3914">
          <p15:clr>
            <a:srgbClr val="FA7B17"/>
          </p15:clr>
        </p15:guide>
        <p15:guide id="29" orient="horz" pos="2667">
          <p15:clr>
            <a:srgbClr val="CCCCCC"/>
          </p15:clr>
        </p15:guide>
        <p15:guide id="30" orient="horz" pos="2842">
          <p15:clr>
            <a:srgbClr val="CCCCCC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абота на платформе. Заголовок. Текст.">
  <p:cSld name="CUSTOM_1_1_1_1_1_1_1_1_1_1_3_1_1_4_1_1_1_2_1">
    <p:bg>
      <p:bgPr>
        <a:solidFill>
          <a:schemeClr val="lt1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9"/>
          <p:cNvSpPr/>
          <p:nvPr/>
        </p:nvSpPr>
        <p:spPr>
          <a:xfrm>
            <a:off x="0" y="5035325"/>
            <a:ext cx="9144000" cy="116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29"/>
          <p:cNvSpPr txBox="1"/>
          <p:nvPr>
            <p:ph type="title"/>
          </p:nvPr>
        </p:nvSpPr>
        <p:spPr>
          <a:xfrm>
            <a:off x="360450" y="360450"/>
            <a:ext cx="8423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49" name="Google Shape;149;p29"/>
          <p:cNvSpPr txBox="1"/>
          <p:nvPr>
            <p:ph idx="1" type="body"/>
          </p:nvPr>
        </p:nvSpPr>
        <p:spPr>
          <a:xfrm>
            <a:off x="360000" y="1191600"/>
            <a:ext cx="8430600" cy="30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150" name="Google Shape;150;p29"/>
          <p:cNvSpPr txBox="1"/>
          <p:nvPr>
            <p:ph idx="2" type="subTitle"/>
          </p:nvPr>
        </p:nvSpPr>
        <p:spPr>
          <a:xfrm>
            <a:off x="366775" y="4680000"/>
            <a:ext cx="7145700" cy="2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Montserrat Medium"/>
              <a:buNone/>
              <a:defRPr sz="12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pic>
        <p:nvPicPr>
          <p:cNvPr id="151" name="Google Shape;151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112278" y="4422100"/>
            <a:ext cx="676445" cy="62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01">
          <p15:clr>
            <a:srgbClr val="B7B7B7"/>
          </p15:clr>
        </p15:guide>
        <p15:guide id="2" orient="horz" pos="576">
          <p15:clr>
            <a:srgbClr val="B7B7B7"/>
          </p15:clr>
        </p15:guide>
        <p15:guide id="3" orient="horz" pos="751">
          <p15:clr>
            <a:srgbClr val="B7B7B7"/>
          </p15:clr>
        </p15:guide>
        <p15:guide id="4" orient="horz" pos="925">
          <p15:clr>
            <a:srgbClr val="B7B7B7"/>
          </p15:clr>
        </p15:guide>
        <p15:guide id="5" orient="horz" pos="1100">
          <p15:clr>
            <a:srgbClr val="B7B7B7"/>
          </p15:clr>
        </p15:guide>
        <p15:guide id="6" orient="horz" pos="1274">
          <p15:clr>
            <a:srgbClr val="B7B7B7"/>
          </p15:clr>
        </p15:guide>
        <p15:guide id="7" orient="horz" pos="1449">
          <p15:clr>
            <a:srgbClr val="B7B7B7"/>
          </p15:clr>
        </p15:guide>
        <p15:guide id="8" orient="horz" pos="1620">
          <p15:clr>
            <a:srgbClr val="B7B7B7"/>
          </p15:clr>
        </p15:guide>
        <p15:guide id="9" orient="horz" pos="1794">
          <p15:clr>
            <a:srgbClr val="B7B7B7"/>
          </p15:clr>
        </p15:guide>
        <p15:guide id="10" orient="horz" pos="1969">
          <p15:clr>
            <a:srgbClr val="B7B7B7"/>
          </p15:clr>
        </p15:guide>
        <p15:guide id="11" orient="horz" pos="2143">
          <p15:clr>
            <a:srgbClr val="B7B7B7"/>
          </p15:clr>
        </p15:guide>
        <p15:guide id="12" orient="horz" pos="2318">
          <p15:clr>
            <a:srgbClr val="B7B7B7"/>
          </p15:clr>
        </p15:guide>
        <p15:guide id="13" orient="horz" pos="2493">
          <p15:clr>
            <a:srgbClr val="B7B7B7"/>
          </p15:clr>
        </p15:guide>
        <p15:guide id="14" pos="2766">
          <p15:clr>
            <a:srgbClr val="FA7B17"/>
          </p15:clr>
        </p15:guide>
        <p15:guide id="15" pos="4377">
          <p15:clr>
            <a:srgbClr val="FA7B17"/>
          </p15:clr>
        </p15:guide>
        <p15:guide id="16" pos="1497">
          <p15:clr>
            <a:schemeClr val="accent1"/>
          </p15:clr>
        </p15:guide>
        <p15:guide id="17" pos="1610">
          <p15:clr>
            <a:srgbClr val="FA7B17"/>
          </p15:clr>
        </p15:guide>
        <p15:guide id="18" pos="2994">
          <p15:clr>
            <a:srgbClr val="FA7B17"/>
          </p15:clr>
        </p15:guide>
        <p15:guide id="19" pos="4150">
          <p15:clr>
            <a:srgbClr val="FA7B17"/>
          </p15:clr>
        </p15:guide>
        <p15:guide id="20" pos="2880">
          <p15:clr>
            <a:srgbClr val="7E24D5"/>
          </p15:clr>
        </p15:guide>
        <p15:guide id="21" pos="4264">
          <p15:clr>
            <a:srgbClr val="7E24D5"/>
          </p15:clr>
        </p15:guide>
        <p15:guide id="22" pos="1383">
          <p15:clr>
            <a:srgbClr val="FA7B17"/>
          </p15:clr>
        </p15:guide>
        <p15:guide id="23" pos="1958">
          <p15:clr>
            <a:srgbClr val="38BD60"/>
          </p15:clr>
        </p15:guide>
        <p15:guide id="24" pos="3802">
          <p15:clr>
            <a:schemeClr val="accent4"/>
          </p15:clr>
        </p15:guide>
        <p15:guide id="25" pos="1846">
          <p15:clr>
            <a:srgbClr val="FA7B17"/>
          </p15:clr>
        </p15:guide>
        <p15:guide id="26" pos="2073">
          <p15:clr>
            <a:srgbClr val="FA7B17"/>
          </p15:clr>
        </p15:guide>
        <p15:guide id="27" pos="3689">
          <p15:clr>
            <a:srgbClr val="FA7B17"/>
          </p15:clr>
        </p15:guide>
        <p15:guide id="28" pos="3914">
          <p15:clr>
            <a:srgbClr val="FA7B17"/>
          </p15:clr>
        </p15:guide>
        <p15:guide id="29" orient="horz" pos="2667">
          <p15:clr>
            <a:srgbClr val="CCCCCC"/>
          </p15:clr>
        </p15:guide>
        <p15:guide id="30" orient="horz" pos="2842">
          <p15:clr>
            <a:srgbClr val="CCCCCC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вершение урока">
  <p:cSld name="CUSTOM_1_1_1_1_1_1_1_1_1_1_3_1_1_4_1_1_1_1">
    <p:bg>
      <p:bgPr>
        <a:solidFill>
          <a:schemeClr val="lt1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0"/>
          <p:cNvSpPr/>
          <p:nvPr/>
        </p:nvSpPr>
        <p:spPr>
          <a:xfrm>
            <a:off x="0" y="5035325"/>
            <a:ext cx="9144000" cy="116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30"/>
          <p:cNvSpPr txBox="1"/>
          <p:nvPr>
            <p:ph idx="1" type="subTitle"/>
          </p:nvPr>
        </p:nvSpPr>
        <p:spPr>
          <a:xfrm>
            <a:off x="366775" y="4680000"/>
            <a:ext cx="7145700" cy="2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Montserrat Medium"/>
              <a:buNone/>
              <a:defRPr sz="1200">
                <a:solidFill>
                  <a:schemeClr val="accent3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Montserrat Medium"/>
              <a:buNone/>
              <a:defRPr>
                <a:solidFill>
                  <a:schemeClr val="accent3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Montserrat Medium"/>
              <a:buNone/>
              <a:defRPr>
                <a:solidFill>
                  <a:schemeClr val="accent3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Montserrat Medium"/>
              <a:buNone/>
              <a:defRPr>
                <a:solidFill>
                  <a:schemeClr val="accent3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Montserrat Medium"/>
              <a:buNone/>
              <a:defRPr>
                <a:solidFill>
                  <a:schemeClr val="accent3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Montserrat Medium"/>
              <a:buNone/>
              <a:defRPr>
                <a:solidFill>
                  <a:schemeClr val="accent3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Montserrat Medium"/>
              <a:buNone/>
              <a:defRPr>
                <a:solidFill>
                  <a:schemeClr val="accent3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Montserrat Medium"/>
              <a:buNone/>
              <a:defRPr>
                <a:solidFill>
                  <a:schemeClr val="accent3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Montserrat Medium"/>
              <a:buNone/>
              <a:defRPr>
                <a:solidFill>
                  <a:schemeClr val="accent3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pic>
        <p:nvPicPr>
          <p:cNvPr id="155" name="Google Shape;155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865728" y="4457800"/>
            <a:ext cx="990461" cy="577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01">
          <p15:clr>
            <a:srgbClr val="B7B7B7"/>
          </p15:clr>
        </p15:guide>
        <p15:guide id="2" orient="horz" pos="576">
          <p15:clr>
            <a:srgbClr val="B7B7B7"/>
          </p15:clr>
        </p15:guide>
        <p15:guide id="3" orient="horz" pos="751">
          <p15:clr>
            <a:srgbClr val="B7B7B7"/>
          </p15:clr>
        </p15:guide>
        <p15:guide id="4" orient="horz" pos="925">
          <p15:clr>
            <a:srgbClr val="B7B7B7"/>
          </p15:clr>
        </p15:guide>
        <p15:guide id="5" orient="horz" pos="1100">
          <p15:clr>
            <a:srgbClr val="B7B7B7"/>
          </p15:clr>
        </p15:guide>
        <p15:guide id="6" orient="horz" pos="1274">
          <p15:clr>
            <a:srgbClr val="B7B7B7"/>
          </p15:clr>
        </p15:guide>
        <p15:guide id="7" orient="horz" pos="1449">
          <p15:clr>
            <a:srgbClr val="B7B7B7"/>
          </p15:clr>
        </p15:guide>
        <p15:guide id="8" orient="horz" pos="1620">
          <p15:clr>
            <a:srgbClr val="B7B7B7"/>
          </p15:clr>
        </p15:guide>
        <p15:guide id="9" orient="horz" pos="1794">
          <p15:clr>
            <a:srgbClr val="B7B7B7"/>
          </p15:clr>
        </p15:guide>
        <p15:guide id="10" orient="horz" pos="1969">
          <p15:clr>
            <a:srgbClr val="B7B7B7"/>
          </p15:clr>
        </p15:guide>
        <p15:guide id="11" orient="horz" pos="2143">
          <p15:clr>
            <a:srgbClr val="B7B7B7"/>
          </p15:clr>
        </p15:guide>
        <p15:guide id="12" orient="horz" pos="2318">
          <p15:clr>
            <a:srgbClr val="B7B7B7"/>
          </p15:clr>
        </p15:guide>
        <p15:guide id="13" orient="horz" pos="2493">
          <p15:clr>
            <a:srgbClr val="B7B7B7"/>
          </p15:clr>
        </p15:guide>
        <p15:guide id="14" pos="2766">
          <p15:clr>
            <a:srgbClr val="FA7B17"/>
          </p15:clr>
        </p15:guide>
        <p15:guide id="15" pos="4377">
          <p15:clr>
            <a:srgbClr val="FA7B17"/>
          </p15:clr>
        </p15:guide>
        <p15:guide id="16" pos="1497">
          <p15:clr>
            <a:schemeClr val="accent1"/>
          </p15:clr>
        </p15:guide>
        <p15:guide id="17" pos="1610">
          <p15:clr>
            <a:srgbClr val="FA7B17"/>
          </p15:clr>
        </p15:guide>
        <p15:guide id="18" pos="2994">
          <p15:clr>
            <a:srgbClr val="FA7B17"/>
          </p15:clr>
        </p15:guide>
        <p15:guide id="19" pos="4150">
          <p15:clr>
            <a:srgbClr val="FA7B17"/>
          </p15:clr>
        </p15:guide>
        <p15:guide id="20" pos="2880">
          <p15:clr>
            <a:srgbClr val="7E24D5"/>
          </p15:clr>
        </p15:guide>
        <p15:guide id="21" pos="4264">
          <p15:clr>
            <a:srgbClr val="7E24D5"/>
          </p15:clr>
        </p15:guide>
        <p15:guide id="22" pos="1383">
          <p15:clr>
            <a:srgbClr val="FA7B17"/>
          </p15:clr>
        </p15:guide>
        <p15:guide id="23" pos="1958">
          <p15:clr>
            <a:srgbClr val="38BD60"/>
          </p15:clr>
        </p15:guide>
        <p15:guide id="24" pos="3802">
          <p15:clr>
            <a:schemeClr val="accent4"/>
          </p15:clr>
        </p15:guide>
        <p15:guide id="25" pos="1846">
          <p15:clr>
            <a:srgbClr val="FA7B17"/>
          </p15:clr>
        </p15:guide>
        <p15:guide id="26" pos="2073">
          <p15:clr>
            <a:srgbClr val="FA7B17"/>
          </p15:clr>
        </p15:guide>
        <p15:guide id="27" pos="3689">
          <p15:clr>
            <a:srgbClr val="FA7B17"/>
          </p15:clr>
        </p15:guide>
        <p15:guide id="28" pos="3914">
          <p15:clr>
            <a:srgbClr val="FA7B17"/>
          </p15:clr>
        </p15:guide>
        <p15:guide id="29" orient="horz" pos="2667">
          <p15:clr>
            <a:srgbClr val="CCCCCC"/>
          </p15:clr>
        </p15:guide>
        <p15:guide id="30" orient="horz" pos="2842">
          <p15:clr>
            <a:srgbClr val="CCCCCC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вершение урока. Заголовок. Текст.">
  <p:cSld name="CUSTOM_1_1_1_1_1_1_1_1_1_1_3_1_1_4_1_1_1_1_2">
    <p:bg>
      <p:bgPr>
        <a:solidFill>
          <a:schemeClr val="lt1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1"/>
          <p:cNvSpPr/>
          <p:nvPr/>
        </p:nvSpPr>
        <p:spPr>
          <a:xfrm>
            <a:off x="0" y="5035325"/>
            <a:ext cx="9144000" cy="116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31"/>
          <p:cNvSpPr txBox="1"/>
          <p:nvPr>
            <p:ph type="title"/>
          </p:nvPr>
        </p:nvSpPr>
        <p:spPr>
          <a:xfrm>
            <a:off x="360450" y="360450"/>
            <a:ext cx="8423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59" name="Google Shape;159;p31"/>
          <p:cNvSpPr txBox="1"/>
          <p:nvPr>
            <p:ph idx="1" type="body"/>
          </p:nvPr>
        </p:nvSpPr>
        <p:spPr>
          <a:xfrm>
            <a:off x="360000" y="1191600"/>
            <a:ext cx="8430600" cy="30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160" name="Google Shape;160;p31"/>
          <p:cNvSpPr txBox="1"/>
          <p:nvPr>
            <p:ph idx="2" type="subTitle"/>
          </p:nvPr>
        </p:nvSpPr>
        <p:spPr>
          <a:xfrm>
            <a:off x="366775" y="4680000"/>
            <a:ext cx="7145700" cy="2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Montserrat Medium"/>
              <a:buNone/>
              <a:defRPr sz="1200">
                <a:solidFill>
                  <a:schemeClr val="accent3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Montserrat Medium"/>
              <a:buNone/>
              <a:defRPr>
                <a:solidFill>
                  <a:schemeClr val="accent3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Montserrat Medium"/>
              <a:buNone/>
              <a:defRPr>
                <a:solidFill>
                  <a:schemeClr val="accent3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Montserrat Medium"/>
              <a:buNone/>
              <a:defRPr>
                <a:solidFill>
                  <a:schemeClr val="accent3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Montserrat Medium"/>
              <a:buNone/>
              <a:defRPr>
                <a:solidFill>
                  <a:schemeClr val="accent3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Montserrat Medium"/>
              <a:buNone/>
              <a:defRPr>
                <a:solidFill>
                  <a:schemeClr val="accent3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Montserrat Medium"/>
              <a:buNone/>
              <a:defRPr>
                <a:solidFill>
                  <a:schemeClr val="accent3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Montserrat Medium"/>
              <a:buNone/>
              <a:defRPr>
                <a:solidFill>
                  <a:schemeClr val="accent3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Montserrat Medium"/>
              <a:buNone/>
              <a:defRPr>
                <a:solidFill>
                  <a:schemeClr val="accent3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pic>
        <p:nvPicPr>
          <p:cNvPr id="161" name="Google Shape;161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865728" y="4457800"/>
            <a:ext cx="990461" cy="577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01">
          <p15:clr>
            <a:srgbClr val="B7B7B7"/>
          </p15:clr>
        </p15:guide>
        <p15:guide id="2" orient="horz" pos="576">
          <p15:clr>
            <a:srgbClr val="B7B7B7"/>
          </p15:clr>
        </p15:guide>
        <p15:guide id="3" orient="horz" pos="751">
          <p15:clr>
            <a:srgbClr val="B7B7B7"/>
          </p15:clr>
        </p15:guide>
        <p15:guide id="4" orient="horz" pos="925">
          <p15:clr>
            <a:srgbClr val="B7B7B7"/>
          </p15:clr>
        </p15:guide>
        <p15:guide id="5" orient="horz" pos="1100">
          <p15:clr>
            <a:srgbClr val="B7B7B7"/>
          </p15:clr>
        </p15:guide>
        <p15:guide id="6" orient="horz" pos="1274">
          <p15:clr>
            <a:srgbClr val="B7B7B7"/>
          </p15:clr>
        </p15:guide>
        <p15:guide id="7" orient="horz" pos="1449">
          <p15:clr>
            <a:srgbClr val="B7B7B7"/>
          </p15:clr>
        </p15:guide>
        <p15:guide id="8" orient="horz" pos="1620">
          <p15:clr>
            <a:srgbClr val="B7B7B7"/>
          </p15:clr>
        </p15:guide>
        <p15:guide id="9" orient="horz" pos="1794">
          <p15:clr>
            <a:srgbClr val="B7B7B7"/>
          </p15:clr>
        </p15:guide>
        <p15:guide id="10" orient="horz" pos="1969">
          <p15:clr>
            <a:srgbClr val="B7B7B7"/>
          </p15:clr>
        </p15:guide>
        <p15:guide id="11" orient="horz" pos="2143">
          <p15:clr>
            <a:srgbClr val="B7B7B7"/>
          </p15:clr>
        </p15:guide>
        <p15:guide id="12" orient="horz" pos="2318">
          <p15:clr>
            <a:srgbClr val="B7B7B7"/>
          </p15:clr>
        </p15:guide>
        <p15:guide id="13" orient="horz" pos="2493">
          <p15:clr>
            <a:srgbClr val="B7B7B7"/>
          </p15:clr>
        </p15:guide>
        <p15:guide id="14" pos="2766">
          <p15:clr>
            <a:srgbClr val="FA7B17"/>
          </p15:clr>
        </p15:guide>
        <p15:guide id="15" pos="4377">
          <p15:clr>
            <a:srgbClr val="FA7B17"/>
          </p15:clr>
        </p15:guide>
        <p15:guide id="16" pos="1497">
          <p15:clr>
            <a:schemeClr val="accent1"/>
          </p15:clr>
        </p15:guide>
        <p15:guide id="17" pos="1610">
          <p15:clr>
            <a:srgbClr val="FA7B17"/>
          </p15:clr>
        </p15:guide>
        <p15:guide id="18" pos="2994">
          <p15:clr>
            <a:srgbClr val="FA7B17"/>
          </p15:clr>
        </p15:guide>
        <p15:guide id="19" pos="4150">
          <p15:clr>
            <a:srgbClr val="FA7B17"/>
          </p15:clr>
        </p15:guide>
        <p15:guide id="20" pos="2880">
          <p15:clr>
            <a:srgbClr val="7E24D5"/>
          </p15:clr>
        </p15:guide>
        <p15:guide id="21" pos="4264">
          <p15:clr>
            <a:srgbClr val="7E24D5"/>
          </p15:clr>
        </p15:guide>
        <p15:guide id="22" pos="1383">
          <p15:clr>
            <a:srgbClr val="FA7B17"/>
          </p15:clr>
        </p15:guide>
        <p15:guide id="23" pos="1958">
          <p15:clr>
            <a:srgbClr val="38BD60"/>
          </p15:clr>
        </p15:guide>
        <p15:guide id="24" pos="3802">
          <p15:clr>
            <a:schemeClr val="accent4"/>
          </p15:clr>
        </p15:guide>
        <p15:guide id="25" pos="1846">
          <p15:clr>
            <a:srgbClr val="FA7B17"/>
          </p15:clr>
        </p15:guide>
        <p15:guide id="26" pos="2073">
          <p15:clr>
            <a:srgbClr val="FA7B17"/>
          </p15:clr>
        </p15:guide>
        <p15:guide id="27" pos="3689">
          <p15:clr>
            <a:srgbClr val="FA7B17"/>
          </p15:clr>
        </p15:guide>
        <p15:guide id="28" pos="3914">
          <p15:clr>
            <a:srgbClr val="FA7B17"/>
          </p15:clr>
        </p15:guide>
        <p15:guide id="29" orient="horz" pos="2667">
          <p15:clr>
            <a:srgbClr val="CCCCCC"/>
          </p15:clr>
        </p15:guide>
        <p15:guide id="30" orient="horz" pos="2842">
          <p15:clr>
            <a:srgbClr val="CCCCCC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Физкультминутка. Заголовок. Текст.">
  <p:cSld name="CUSTOM_1_1_1_1_1_1_1_1_1_1_3_1_1_4_1_1_1_1_1">
    <p:bg>
      <p:bgPr>
        <a:solidFill>
          <a:schemeClr val="lt1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2"/>
          <p:cNvSpPr/>
          <p:nvPr/>
        </p:nvSpPr>
        <p:spPr>
          <a:xfrm>
            <a:off x="0" y="5035325"/>
            <a:ext cx="9144000" cy="1161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32"/>
          <p:cNvSpPr/>
          <p:nvPr/>
        </p:nvSpPr>
        <p:spPr>
          <a:xfrm>
            <a:off x="360000" y="4680000"/>
            <a:ext cx="6346200" cy="225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accent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Физультминутка</a:t>
            </a:r>
            <a:endParaRPr b="0" i="0" sz="1200" u="none" cap="none" strike="noStrike">
              <a:solidFill>
                <a:schemeClr val="accent6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65" name="Google Shape;165;p32"/>
          <p:cNvSpPr txBox="1"/>
          <p:nvPr>
            <p:ph type="title"/>
          </p:nvPr>
        </p:nvSpPr>
        <p:spPr>
          <a:xfrm>
            <a:off x="360450" y="360450"/>
            <a:ext cx="8423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66" name="Google Shape;166;p32"/>
          <p:cNvSpPr txBox="1"/>
          <p:nvPr>
            <p:ph idx="1" type="body"/>
          </p:nvPr>
        </p:nvSpPr>
        <p:spPr>
          <a:xfrm>
            <a:off x="360000" y="1191600"/>
            <a:ext cx="8430600" cy="30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pic>
        <p:nvPicPr>
          <p:cNvPr id="167" name="Google Shape;167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159631" y="4434850"/>
            <a:ext cx="764300" cy="604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01">
          <p15:clr>
            <a:srgbClr val="B7B7B7"/>
          </p15:clr>
        </p15:guide>
        <p15:guide id="2" orient="horz" pos="576">
          <p15:clr>
            <a:srgbClr val="B7B7B7"/>
          </p15:clr>
        </p15:guide>
        <p15:guide id="3" orient="horz" pos="751">
          <p15:clr>
            <a:srgbClr val="B7B7B7"/>
          </p15:clr>
        </p15:guide>
        <p15:guide id="4" orient="horz" pos="925">
          <p15:clr>
            <a:srgbClr val="B7B7B7"/>
          </p15:clr>
        </p15:guide>
        <p15:guide id="5" orient="horz" pos="1100">
          <p15:clr>
            <a:srgbClr val="B7B7B7"/>
          </p15:clr>
        </p15:guide>
        <p15:guide id="6" orient="horz" pos="1274">
          <p15:clr>
            <a:srgbClr val="B7B7B7"/>
          </p15:clr>
        </p15:guide>
        <p15:guide id="7" orient="horz" pos="1449">
          <p15:clr>
            <a:srgbClr val="B7B7B7"/>
          </p15:clr>
        </p15:guide>
        <p15:guide id="8" orient="horz" pos="1620">
          <p15:clr>
            <a:srgbClr val="B7B7B7"/>
          </p15:clr>
        </p15:guide>
        <p15:guide id="9" orient="horz" pos="1794">
          <p15:clr>
            <a:srgbClr val="B7B7B7"/>
          </p15:clr>
        </p15:guide>
        <p15:guide id="10" orient="horz" pos="1969">
          <p15:clr>
            <a:srgbClr val="B7B7B7"/>
          </p15:clr>
        </p15:guide>
        <p15:guide id="11" orient="horz" pos="2143">
          <p15:clr>
            <a:srgbClr val="B7B7B7"/>
          </p15:clr>
        </p15:guide>
        <p15:guide id="12" orient="horz" pos="2318">
          <p15:clr>
            <a:srgbClr val="B7B7B7"/>
          </p15:clr>
        </p15:guide>
        <p15:guide id="13" orient="horz" pos="2493">
          <p15:clr>
            <a:srgbClr val="B7B7B7"/>
          </p15:clr>
        </p15:guide>
        <p15:guide id="14" pos="2766">
          <p15:clr>
            <a:srgbClr val="FA7B17"/>
          </p15:clr>
        </p15:guide>
        <p15:guide id="15" pos="4377">
          <p15:clr>
            <a:srgbClr val="FA7B17"/>
          </p15:clr>
        </p15:guide>
        <p15:guide id="16" pos="1497">
          <p15:clr>
            <a:schemeClr val="accent1"/>
          </p15:clr>
        </p15:guide>
        <p15:guide id="17" pos="1610">
          <p15:clr>
            <a:srgbClr val="FA7B17"/>
          </p15:clr>
        </p15:guide>
        <p15:guide id="18" pos="2994">
          <p15:clr>
            <a:srgbClr val="FA7B17"/>
          </p15:clr>
        </p15:guide>
        <p15:guide id="19" pos="4150">
          <p15:clr>
            <a:srgbClr val="FA7B17"/>
          </p15:clr>
        </p15:guide>
        <p15:guide id="20" pos="2880">
          <p15:clr>
            <a:srgbClr val="7E24D5"/>
          </p15:clr>
        </p15:guide>
        <p15:guide id="21" pos="4264">
          <p15:clr>
            <a:srgbClr val="7E24D5"/>
          </p15:clr>
        </p15:guide>
        <p15:guide id="22" pos="1383">
          <p15:clr>
            <a:srgbClr val="FA7B17"/>
          </p15:clr>
        </p15:guide>
        <p15:guide id="23" pos="1958">
          <p15:clr>
            <a:srgbClr val="38BD60"/>
          </p15:clr>
        </p15:guide>
        <p15:guide id="24" pos="3802">
          <p15:clr>
            <a:schemeClr val="accent4"/>
          </p15:clr>
        </p15:guide>
        <p15:guide id="25" pos="1846">
          <p15:clr>
            <a:srgbClr val="FA7B17"/>
          </p15:clr>
        </p15:guide>
        <p15:guide id="26" pos="2073">
          <p15:clr>
            <a:srgbClr val="FA7B17"/>
          </p15:clr>
        </p15:guide>
        <p15:guide id="27" pos="3689">
          <p15:clr>
            <a:srgbClr val="FA7B17"/>
          </p15:clr>
        </p15:guide>
        <p15:guide id="28" pos="3914">
          <p15:clr>
            <a:srgbClr val="FA7B17"/>
          </p15:clr>
        </p15:guide>
        <p15:guide id="29" orient="horz" pos="2667">
          <p15:clr>
            <a:srgbClr val="CCCCCC"/>
          </p15:clr>
        </p15:guide>
        <p15:guide id="30" orient="horz" pos="2842">
          <p15:clr>
            <a:srgbClr val="CCCCCC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Физкультминутка">
  <p:cSld name="CUSTOM_1_1_1_1_1_1_1_1_1_1_3_1_1_4_1_1_1_1_1_2">
    <p:bg>
      <p:bgPr>
        <a:solidFill>
          <a:schemeClr val="lt1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3"/>
          <p:cNvSpPr/>
          <p:nvPr/>
        </p:nvSpPr>
        <p:spPr>
          <a:xfrm>
            <a:off x="0" y="5035325"/>
            <a:ext cx="9144000" cy="1161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33"/>
          <p:cNvSpPr/>
          <p:nvPr/>
        </p:nvSpPr>
        <p:spPr>
          <a:xfrm>
            <a:off x="360000" y="4680000"/>
            <a:ext cx="6346200" cy="225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accent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Перерыв</a:t>
            </a:r>
            <a:endParaRPr b="0" i="0" sz="1200" u="none" cap="none" strike="noStrike">
              <a:solidFill>
                <a:schemeClr val="accent6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171" name="Google Shape;171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275017" y="4422325"/>
            <a:ext cx="655910" cy="61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01">
          <p15:clr>
            <a:srgbClr val="B7B7B7"/>
          </p15:clr>
        </p15:guide>
        <p15:guide id="2" orient="horz" pos="576">
          <p15:clr>
            <a:srgbClr val="B7B7B7"/>
          </p15:clr>
        </p15:guide>
        <p15:guide id="3" orient="horz" pos="751">
          <p15:clr>
            <a:srgbClr val="B7B7B7"/>
          </p15:clr>
        </p15:guide>
        <p15:guide id="4" orient="horz" pos="925">
          <p15:clr>
            <a:srgbClr val="B7B7B7"/>
          </p15:clr>
        </p15:guide>
        <p15:guide id="5" orient="horz" pos="1100">
          <p15:clr>
            <a:srgbClr val="B7B7B7"/>
          </p15:clr>
        </p15:guide>
        <p15:guide id="6" orient="horz" pos="1274">
          <p15:clr>
            <a:srgbClr val="B7B7B7"/>
          </p15:clr>
        </p15:guide>
        <p15:guide id="7" orient="horz" pos="1449">
          <p15:clr>
            <a:srgbClr val="B7B7B7"/>
          </p15:clr>
        </p15:guide>
        <p15:guide id="8" orient="horz" pos="1620">
          <p15:clr>
            <a:srgbClr val="B7B7B7"/>
          </p15:clr>
        </p15:guide>
        <p15:guide id="9" orient="horz" pos="1794">
          <p15:clr>
            <a:srgbClr val="B7B7B7"/>
          </p15:clr>
        </p15:guide>
        <p15:guide id="10" orient="horz" pos="1969">
          <p15:clr>
            <a:srgbClr val="B7B7B7"/>
          </p15:clr>
        </p15:guide>
        <p15:guide id="11" orient="horz" pos="2143">
          <p15:clr>
            <a:srgbClr val="B7B7B7"/>
          </p15:clr>
        </p15:guide>
        <p15:guide id="12" orient="horz" pos="2318">
          <p15:clr>
            <a:srgbClr val="B7B7B7"/>
          </p15:clr>
        </p15:guide>
        <p15:guide id="13" orient="horz" pos="2493">
          <p15:clr>
            <a:srgbClr val="B7B7B7"/>
          </p15:clr>
        </p15:guide>
        <p15:guide id="14" pos="2766">
          <p15:clr>
            <a:srgbClr val="FA7B17"/>
          </p15:clr>
        </p15:guide>
        <p15:guide id="15" pos="4377">
          <p15:clr>
            <a:srgbClr val="FA7B17"/>
          </p15:clr>
        </p15:guide>
        <p15:guide id="16" pos="1497">
          <p15:clr>
            <a:schemeClr val="accent1"/>
          </p15:clr>
        </p15:guide>
        <p15:guide id="17" pos="1610">
          <p15:clr>
            <a:srgbClr val="FA7B17"/>
          </p15:clr>
        </p15:guide>
        <p15:guide id="18" pos="2994">
          <p15:clr>
            <a:srgbClr val="FA7B17"/>
          </p15:clr>
        </p15:guide>
        <p15:guide id="19" pos="4150">
          <p15:clr>
            <a:srgbClr val="FA7B17"/>
          </p15:clr>
        </p15:guide>
        <p15:guide id="20" pos="2880">
          <p15:clr>
            <a:srgbClr val="7E24D5"/>
          </p15:clr>
        </p15:guide>
        <p15:guide id="21" pos="4264">
          <p15:clr>
            <a:srgbClr val="7E24D5"/>
          </p15:clr>
        </p15:guide>
        <p15:guide id="22" pos="1383">
          <p15:clr>
            <a:srgbClr val="FA7B17"/>
          </p15:clr>
        </p15:guide>
        <p15:guide id="23" pos="1958">
          <p15:clr>
            <a:srgbClr val="38BD60"/>
          </p15:clr>
        </p15:guide>
        <p15:guide id="24" pos="3802">
          <p15:clr>
            <a:schemeClr val="accent4"/>
          </p15:clr>
        </p15:guide>
        <p15:guide id="25" pos="1846">
          <p15:clr>
            <a:srgbClr val="FA7B17"/>
          </p15:clr>
        </p15:guide>
        <p15:guide id="26" pos="2073">
          <p15:clr>
            <a:srgbClr val="FA7B17"/>
          </p15:clr>
        </p15:guide>
        <p15:guide id="27" pos="3689">
          <p15:clr>
            <a:srgbClr val="FA7B17"/>
          </p15:clr>
        </p15:guide>
        <p15:guide id="28" pos="3914">
          <p15:clr>
            <a:srgbClr val="FA7B17"/>
          </p15:clr>
        </p15:guide>
        <p15:guide id="29" orient="horz" pos="2667">
          <p15:clr>
            <a:srgbClr val="CCCCCC"/>
          </p15:clr>
        </p15:guide>
        <p15:guide id="30" orient="horz" pos="2842">
          <p15:clr>
            <a:srgbClr val="CCCCCC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Демонстрация работы в редакторе">
  <p:cSld name="CUSTOM_1_1_1_1_1_1_1_1_1_1_3_1_1_4_1_1_1_1_1_2_1">
    <p:bg>
      <p:bgPr>
        <a:solidFill>
          <a:schemeClr val="lt1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4"/>
          <p:cNvSpPr/>
          <p:nvPr/>
        </p:nvSpPr>
        <p:spPr>
          <a:xfrm>
            <a:off x="0" y="5035325"/>
            <a:ext cx="9144000" cy="116100"/>
          </a:xfrm>
          <a:prstGeom prst="rect">
            <a:avLst/>
          </a:prstGeom>
          <a:solidFill>
            <a:srgbClr val="C291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34"/>
          <p:cNvSpPr txBox="1"/>
          <p:nvPr>
            <p:ph idx="1" type="subTitle"/>
          </p:nvPr>
        </p:nvSpPr>
        <p:spPr>
          <a:xfrm>
            <a:off x="366775" y="4680000"/>
            <a:ext cx="7145700" cy="2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91FF"/>
              </a:buClr>
              <a:buSzPts val="1200"/>
              <a:buFont typeface="Montserrat Medium"/>
              <a:buNone/>
              <a:defRPr sz="1200">
                <a:solidFill>
                  <a:srgbClr val="C291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Montserrat Medium"/>
              <a:buNone/>
              <a:defRPr>
                <a:solidFill>
                  <a:schemeClr val="accen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Montserrat Medium"/>
              <a:buNone/>
              <a:defRPr>
                <a:solidFill>
                  <a:schemeClr val="accen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Montserrat Medium"/>
              <a:buNone/>
              <a:defRPr>
                <a:solidFill>
                  <a:schemeClr val="accen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Montserrat Medium"/>
              <a:buNone/>
              <a:defRPr>
                <a:solidFill>
                  <a:schemeClr val="accen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Montserrat Medium"/>
              <a:buNone/>
              <a:defRPr>
                <a:solidFill>
                  <a:schemeClr val="accen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Montserrat Medium"/>
              <a:buNone/>
              <a:defRPr>
                <a:solidFill>
                  <a:schemeClr val="accen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Montserrat Medium"/>
              <a:buNone/>
              <a:defRPr>
                <a:solidFill>
                  <a:schemeClr val="accen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Montserrat Medium"/>
              <a:buNone/>
              <a:defRPr>
                <a:solidFill>
                  <a:schemeClr val="accen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pic>
        <p:nvPicPr>
          <p:cNvPr id="175" name="Google Shape;175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284425" y="4415281"/>
            <a:ext cx="591157" cy="560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01">
          <p15:clr>
            <a:srgbClr val="B7B7B7"/>
          </p15:clr>
        </p15:guide>
        <p15:guide id="2" orient="horz" pos="576">
          <p15:clr>
            <a:srgbClr val="B7B7B7"/>
          </p15:clr>
        </p15:guide>
        <p15:guide id="3" orient="horz" pos="751">
          <p15:clr>
            <a:srgbClr val="B7B7B7"/>
          </p15:clr>
        </p15:guide>
        <p15:guide id="4" orient="horz" pos="925">
          <p15:clr>
            <a:srgbClr val="B7B7B7"/>
          </p15:clr>
        </p15:guide>
        <p15:guide id="5" orient="horz" pos="1100">
          <p15:clr>
            <a:srgbClr val="B7B7B7"/>
          </p15:clr>
        </p15:guide>
        <p15:guide id="6" orient="horz" pos="1274">
          <p15:clr>
            <a:srgbClr val="B7B7B7"/>
          </p15:clr>
        </p15:guide>
        <p15:guide id="7" orient="horz" pos="1449">
          <p15:clr>
            <a:srgbClr val="B7B7B7"/>
          </p15:clr>
        </p15:guide>
        <p15:guide id="8" orient="horz" pos="1620">
          <p15:clr>
            <a:srgbClr val="B7B7B7"/>
          </p15:clr>
        </p15:guide>
        <p15:guide id="9" orient="horz" pos="1794">
          <p15:clr>
            <a:srgbClr val="B7B7B7"/>
          </p15:clr>
        </p15:guide>
        <p15:guide id="10" orient="horz" pos="1969">
          <p15:clr>
            <a:srgbClr val="B7B7B7"/>
          </p15:clr>
        </p15:guide>
        <p15:guide id="11" orient="horz" pos="2143">
          <p15:clr>
            <a:srgbClr val="B7B7B7"/>
          </p15:clr>
        </p15:guide>
        <p15:guide id="12" orient="horz" pos="2318">
          <p15:clr>
            <a:srgbClr val="B7B7B7"/>
          </p15:clr>
        </p15:guide>
        <p15:guide id="13" orient="horz" pos="2493">
          <p15:clr>
            <a:srgbClr val="B7B7B7"/>
          </p15:clr>
        </p15:guide>
        <p15:guide id="14" pos="2766">
          <p15:clr>
            <a:srgbClr val="FA7B17"/>
          </p15:clr>
        </p15:guide>
        <p15:guide id="15" pos="4377">
          <p15:clr>
            <a:srgbClr val="FA7B17"/>
          </p15:clr>
        </p15:guide>
        <p15:guide id="16" pos="1497">
          <p15:clr>
            <a:schemeClr val="accent1"/>
          </p15:clr>
        </p15:guide>
        <p15:guide id="17" pos="1610">
          <p15:clr>
            <a:srgbClr val="FA7B17"/>
          </p15:clr>
        </p15:guide>
        <p15:guide id="18" pos="2994">
          <p15:clr>
            <a:srgbClr val="FA7B17"/>
          </p15:clr>
        </p15:guide>
        <p15:guide id="19" pos="4150">
          <p15:clr>
            <a:srgbClr val="FA7B17"/>
          </p15:clr>
        </p15:guide>
        <p15:guide id="20" pos="2880">
          <p15:clr>
            <a:srgbClr val="7E24D5"/>
          </p15:clr>
        </p15:guide>
        <p15:guide id="21" pos="4264">
          <p15:clr>
            <a:srgbClr val="7E24D5"/>
          </p15:clr>
        </p15:guide>
        <p15:guide id="22" pos="1383">
          <p15:clr>
            <a:srgbClr val="FA7B17"/>
          </p15:clr>
        </p15:guide>
        <p15:guide id="23" pos="1958">
          <p15:clr>
            <a:srgbClr val="38BD60"/>
          </p15:clr>
        </p15:guide>
        <p15:guide id="24" pos="3802">
          <p15:clr>
            <a:schemeClr val="accent4"/>
          </p15:clr>
        </p15:guide>
        <p15:guide id="25" pos="1846">
          <p15:clr>
            <a:srgbClr val="FA7B17"/>
          </p15:clr>
        </p15:guide>
        <p15:guide id="26" pos="2073">
          <p15:clr>
            <a:srgbClr val="FA7B17"/>
          </p15:clr>
        </p15:guide>
        <p15:guide id="27" pos="3689">
          <p15:clr>
            <a:srgbClr val="FA7B17"/>
          </p15:clr>
        </p15:guide>
        <p15:guide id="28" pos="3914">
          <p15:clr>
            <a:srgbClr val="FA7B17"/>
          </p15:clr>
        </p15:guide>
        <p15:guide id="29" orient="horz" pos="2667">
          <p15:clr>
            <a:srgbClr val="CCCCCC"/>
          </p15:clr>
        </p15:guide>
        <p15:guide id="30" orient="horz" pos="2842">
          <p15:clr>
            <a:srgbClr val="CCCCCC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Групповая работа">
  <p:cSld name="CUSTOM_1_1_1_1_1_1_1_1_1_1_3_1_1_4_1_1_1_1_1_1">
    <p:bg>
      <p:bgPr>
        <a:solidFill>
          <a:schemeClr val="lt1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5"/>
          <p:cNvSpPr/>
          <p:nvPr/>
        </p:nvSpPr>
        <p:spPr>
          <a:xfrm>
            <a:off x="0" y="5035325"/>
            <a:ext cx="9144000" cy="116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35"/>
          <p:cNvSpPr txBox="1"/>
          <p:nvPr>
            <p:ph idx="1" type="subTitle"/>
          </p:nvPr>
        </p:nvSpPr>
        <p:spPr>
          <a:xfrm>
            <a:off x="366775" y="4680000"/>
            <a:ext cx="7145700" cy="2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 Medium"/>
              <a:buNone/>
              <a:defRPr sz="12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Montserrat Medium"/>
              <a:buNone/>
              <a:defRPr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Montserrat Medium"/>
              <a:buNone/>
              <a:defRPr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Montserrat Medium"/>
              <a:buNone/>
              <a:defRPr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Montserrat Medium"/>
              <a:buNone/>
              <a:defRPr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Montserrat Medium"/>
              <a:buNone/>
              <a:defRPr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Montserrat Medium"/>
              <a:buNone/>
              <a:defRPr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Montserrat Medium"/>
              <a:buNone/>
              <a:defRPr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Montserrat Medium"/>
              <a:buNone/>
              <a:defRPr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pic>
        <p:nvPicPr>
          <p:cNvPr id="179" name="Google Shape;179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909563" y="4453277"/>
            <a:ext cx="975600" cy="5868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01">
          <p15:clr>
            <a:srgbClr val="B7B7B7"/>
          </p15:clr>
        </p15:guide>
        <p15:guide id="2" orient="horz" pos="576">
          <p15:clr>
            <a:srgbClr val="B7B7B7"/>
          </p15:clr>
        </p15:guide>
        <p15:guide id="3" orient="horz" pos="751">
          <p15:clr>
            <a:srgbClr val="B7B7B7"/>
          </p15:clr>
        </p15:guide>
        <p15:guide id="4" orient="horz" pos="925">
          <p15:clr>
            <a:srgbClr val="B7B7B7"/>
          </p15:clr>
        </p15:guide>
        <p15:guide id="5" orient="horz" pos="1100">
          <p15:clr>
            <a:srgbClr val="B7B7B7"/>
          </p15:clr>
        </p15:guide>
        <p15:guide id="6" orient="horz" pos="1274">
          <p15:clr>
            <a:srgbClr val="B7B7B7"/>
          </p15:clr>
        </p15:guide>
        <p15:guide id="7" orient="horz" pos="1449">
          <p15:clr>
            <a:srgbClr val="B7B7B7"/>
          </p15:clr>
        </p15:guide>
        <p15:guide id="8" orient="horz" pos="1620">
          <p15:clr>
            <a:srgbClr val="B7B7B7"/>
          </p15:clr>
        </p15:guide>
        <p15:guide id="9" orient="horz" pos="1794">
          <p15:clr>
            <a:srgbClr val="B7B7B7"/>
          </p15:clr>
        </p15:guide>
        <p15:guide id="10" orient="horz" pos="1969">
          <p15:clr>
            <a:srgbClr val="B7B7B7"/>
          </p15:clr>
        </p15:guide>
        <p15:guide id="11" orient="horz" pos="2143">
          <p15:clr>
            <a:srgbClr val="B7B7B7"/>
          </p15:clr>
        </p15:guide>
        <p15:guide id="12" orient="horz" pos="2318">
          <p15:clr>
            <a:srgbClr val="B7B7B7"/>
          </p15:clr>
        </p15:guide>
        <p15:guide id="13" orient="horz" pos="2493">
          <p15:clr>
            <a:srgbClr val="B7B7B7"/>
          </p15:clr>
        </p15:guide>
        <p15:guide id="14" pos="2766">
          <p15:clr>
            <a:srgbClr val="FA7B17"/>
          </p15:clr>
        </p15:guide>
        <p15:guide id="15" pos="4377">
          <p15:clr>
            <a:srgbClr val="FA7B17"/>
          </p15:clr>
        </p15:guide>
        <p15:guide id="16" pos="1497">
          <p15:clr>
            <a:schemeClr val="accent1"/>
          </p15:clr>
        </p15:guide>
        <p15:guide id="17" pos="1610">
          <p15:clr>
            <a:srgbClr val="FA7B17"/>
          </p15:clr>
        </p15:guide>
        <p15:guide id="18" pos="2994">
          <p15:clr>
            <a:srgbClr val="FA7B17"/>
          </p15:clr>
        </p15:guide>
        <p15:guide id="19" pos="4150">
          <p15:clr>
            <a:srgbClr val="FA7B17"/>
          </p15:clr>
        </p15:guide>
        <p15:guide id="20" pos="2880">
          <p15:clr>
            <a:srgbClr val="7E24D5"/>
          </p15:clr>
        </p15:guide>
        <p15:guide id="21" pos="4264">
          <p15:clr>
            <a:srgbClr val="7E24D5"/>
          </p15:clr>
        </p15:guide>
        <p15:guide id="22" pos="1383">
          <p15:clr>
            <a:srgbClr val="FA7B17"/>
          </p15:clr>
        </p15:guide>
        <p15:guide id="23" pos="1958">
          <p15:clr>
            <a:srgbClr val="38BD60"/>
          </p15:clr>
        </p15:guide>
        <p15:guide id="24" pos="3802">
          <p15:clr>
            <a:schemeClr val="accent4"/>
          </p15:clr>
        </p15:guide>
        <p15:guide id="25" pos="1846">
          <p15:clr>
            <a:srgbClr val="FA7B17"/>
          </p15:clr>
        </p15:guide>
        <p15:guide id="26" pos="2073">
          <p15:clr>
            <a:srgbClr val="FA7B17"/>
          </p15:clr>
        </p15:guide>
        <p15:guide id="27" pos="3689">
          <p15:clr>
            <a:srgbClr val="FA7B17"/>
          </p15:clr>
        </p15:guide>
        <p15:guide id="28" pos="3914">
          <p15:clr>
            <a:srgbClr val="FA7B17"/>
          </p15:clr>
        </p15:guide>
        <p15:guide id="29" orient="horz" pos="2667">
          <p15:clr>
            <a:srgbClr val="CCCCCC"/>
          </p15:clr>
        </p15:guide>
        <p15:guide id="30" orient="horz" pos="2842">
          <p15:clr>
            <a:srgbClr val="CCCCCC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Групповая работа. Заголовок. Текст.">
  <p:cSld name="CUSTOM_1_1_1_1_1_1_1_1_1_1_3_1_1_4_1_1_1_1_1_1_1">
    <p:bg>
      <p:bgPr>
        <a:solidFill>
          <a:schemeClr val="lt1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6"/>
          <p:cNvSpPr/>
          <p:nvPr/>
        </p:nvSpPr>
        <p:spPr>
          <a:xfrm>
            <a:off x="0" y="5035325"/>
            <a:ext cx="9144000" cy="116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36"/>
          <p:cNvSpPr txBox="1"/>
          <p:nvPr>
            <p:ph type="title"/>
          </p:nvPr>
        </p:nvSpPr>
        <p:spPr>
          <a:xfrm>
            <a:off x="360450" y="360450"/>
            <a:ext cx="8423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83" name="Google Shape;183;p36"/>
          <p:cNvSpPr txBox="1"/>
          <p:nvPr>
            <p:ph idx="1" type="body"/>
          </p:nvPr>
        </p:nvSpPr>
        <p:spPr>
          <a:xfrm>
            <a:off x="360000" y="1191600"/>
            <a:ext cx="8430600" cy="30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pic>
        <p:nvPicPr>
          <p:cNvPr id="184" name="Google Shape;184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909563" y="4453277"/>
            <a:ext cx="975600" cy="586855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36"/>
          <p:cNvSpPr txBox="1"/>
          <p:nvPr>
            <p:ph idx="2" type="subTitle"/>
          </p:nvPr>
        </p:nvSpPr>
        <p:spPr>
          <a:xfrm>
            <a:off x="366775" y="4680000"/>
            <a:ext cx="7145700" cy="2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 Medium"/>
              <a:buNone/>
              <a:defRPr sz="12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Montserrat Medium"/>
              <a:buNone/>
              <a:defRPr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Montserrat Medium"/>
              <a:buNone/>
              <a:defRPr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Montserrat Medium"/>
              <a:buNone/>
              <a:defRPr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Montserrat Medium"/>
              <a:buNone/>
              <a:defRPr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Montserrat Medium"/>
              <a:buNone/>
              <a:defRPr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Montserrat Medium"/>
              <a:buNone/>
              <a:defRPr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Montserrat Medium"/>
              <a:buNone/>
              <a:defRPr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Montserrat Medium"/>
              <a:buNone/>
              <a:defRPr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01">
          <p15:clr>
            <a:srgbClr val="B7B7B7"/>
          </p15:clr>
        </p15:guide>
        <p15:guide id="2" orient="horz" pos="576">
          <p15:clr>
            <a:srgbClr val="B7B7B7"/>
          </p15:clr>
        </p15:guide>
        <p15:guide id="3" orient="horz" pos="751">
          <p15:clr>
            <a:srgbClr val="B7B7B7"/>
          </p15:clr>
        </p15:guide>
        <p15:guide id="4" orient="horz" pos="925">
          <p15:clr>
            <a:srgbClr val="B7B7B7"/>
          </p15:clr>
        </p15:guide>
        <p15:guide id="5" orient="horz" pos="1100">
          <p15:clr>
            <a:srgbClr val="B7B7B7"/>
          </p15:clr>
        </p15:guide>
        <p15:guide id="6" orient="horz" pos="1274">
          <p15:clr>
            <a:srgbClr val="B7B7B7"/>
          </p15:clr>
        </p15:guide>
        <p15:guide id="7" orient="horz" pos="1449">
          <p15:clr>
            <a:srgbClr val="B7B7B7"/>
          </p15:clr>
        </p15:guide>
        <p15:guide id="8" orient="horz" pos="1620">
          <p15:clr>
            <a:srgbClr val="B7B7B7"/>
          </p15:clr>
        </p15:guide>
        <p15:guide id="9" orient="horz" pos="1794">
          <p15:clr>
            <a:srgbClr val="B7B7B7"/>
          </p15:clr>
        </p15:guide>
        <p15:guide id="10" orient="horz" pos="1969">
          <p15:clr>
            <a:srgbClr val="B7B7B7"/>
          </p15:clr>
        </p15:guide>
        <p15:guide id="11" orient="horz" pos="2143">
          <p15:clr>
            <a:srgbClr val="B7B7B7"/>
          </p15:clr>
        </p15:guide>
        <p15:guide id="12" orient="horz" pos="2318">
          <p15:clr>
            <a:srgbClr val="B7B7B7"/>
          </p15:clr>
        </p15:guide>
        <p15:guide id="13" orient="horz" pos="2493">
          <p15:clr>
            <a:srgbClr val="B7B7B7"/>
          </p15:clr>
        </p15:guide>
        <p15:guide id="14" pos="2766">
          <p15:clr>
            <a:srgbClr val="FA7B17"/>
          </p15:clr>
        </p15:guide>
        <p15:guide id="15" pos="4377">
          <p15:clr>
            <a:srgbClr val="FA7B17"/>
          </p15:clr>
        </p15:guide>
        <p15:guide id="16" pos="1497">
          <p15:clr>
            <a:schemeClr val="accent1"/>
          </p15:clr>
        </p15:guide>
        <p15:guide id="17" pos="1610">
          <p15:clr>
            <a:srgbClr val="FA7B17"/>
          </p15:clr>
        </p15:guide>
        <p15:guide id="18" pos="2994">
          <p15:clr>
            <a:srgbClr val="FA7B17"/>
          </p15:clr>
        </p15:guide>
        <p15:guide id="19" pos="4150">
          <p15:clr>
            <a:srgbClr val="FA7B17"/>
          </p15:clr>
        </p15:guide>
        <p15:guide id="20" pos="2880">
          <p15:clr>
            <a:srgbClr val="7E24D5"/>
          </p15:clr>
        </p15:guide>
        <p15:guide id="21" pos="4264">
          <p15:clr>
            <a:srgbClr val="7E24D5"/>
          </p15:clr>
        </p15:guide>
        <p15:guide id="22" pos="1383">
          <p15:clr>
            <a:srgbClr val="FA7B17"/>
          </p15:clr>
        </p15:guide>
        <p15:guide id="23" pos="1958">
          <p15:clr>
            <a:srgbClr val="38BD60"/>
          </p15:clr>
        </p15:guide>
        <p15:guide id="24" pos="3802">
          <p15:clr>
            <a:schemeClr val="accent4"/>
          </p15:clr>
        </p15:guide>
        <p15:guide id="25" pos="1846">
          <p15:clr>
            <a:srgbClr val="FA7B17"/>
          </p15:clr>
        </p15:guide>
        <p15:guide id="26" pos="2073">
          <p15:clr>
            <a:srgbClr val="FA7B17"/>
          </p15:clr>
        </p15:guide>
        <p15:guide id="27" pos="3689">
          <p15:clr>
            <a:srgbClr val="FA7B17"/>
          </p15:clr>
        </p15:guide>
        <p15:guide id="28" pos="3914">
          <p15:clr>
            <a:srgbClr val="FA7B17"/>
          </p15:clr>
        </p15:guide>
        <p15:guide id="29" orient="horz" pos="2667">
          <p15:clr>
            <a:srgbClr val="CCCCCC"/>
          </p15:clr>
        </p15:guide>
        <p15:guide id="30" orient="horz" pos="2842">
          <p15:clr>
            <a:srgbClr val="CCCCCC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7.xml"/><Relationship Id="rId22" Type="http://schemas.openxmlformats.org/officeDocument/2006/relationships/slideLayout" Target="../slideLayouts/slideLayout29.xml"/><Relationship Id="rId21" Type="http://schemas.openxmlformats.org/officeDocument/2006/relationships/slideLayout" Target="../slideLayouts/slideLayout28.xml"/><Relationship Id="rId24" Type="http://schemas.openxmlformats.org/officeDocument/2006/relationships/slideLayout" Target="../slideLayouts/slideLayout31.xml"/><Relationship Id="rId23" Type="http://schemas.openxmlformats.org/officeDocument/2006/relationships/slideLayout" Target="../slideLayouts/slideLayout30.xml"/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6.xml"/><Relationship Id="rId26" Type="http://schemas.openxmlformats.org/officeDocument/2006/relationships/slideLayout" Target="../slideLayouts/slideLayout33.xml"/><Relationship Id="rId25" Type="http://schemas.openxmlformats.org/officeDocument/2006/relationships/slideLayout" Target="../slideLayouts/slideLayout32.xml"/><Relationship Id="rId28" Type="http://schemas.openxmlformats.org/officeDocument/2006/relationships/theme" Target="../theme/theme1.xml"/><Relationship Id="rId27" Type="http://schemas.openxmlformats.org/officeDocument/2006/relationships/slideLayout" Target="../slideLayouts/slideLayout34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17.xml"/><Relationship Id="rId13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19.xml"/><Relationship Id="rId15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1.xml"/><Relationship Id="rId17" Type="http://schemas.openxmlformats.org/officeDocument/2006/relationships/slideLayout" Target="../slideLayouts/slideLayout24.xml"/><Relationship Id="rId16" Type="http://schemas.openxmlformats.org/officeDocument/2006/relationships/slideLayout" Target="../slideLayouts/slideLayout23.xml"/><Relationship Id="rId19" Type="http://schemas.openxmlformats.org/officeDocument/2006/relationships/slideLayout" Target="../slideLayouts/slideLayout26.xml"/><Relationship Id="rId18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367025" y="367025"/>
            <a:ext cx="8417100" cy="53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Montserrat Black"/>
              <a:buNone/>
              <a:defRPr b="0" i="0" sz="2800" u="none" cap="none" strike="noStrike">
                <a:solidFill>
                  <a:srgbClr val="000000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367025" y="973450"/>
            <a:ext cx="8417100" cy="34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Montserrat"/>
              <a:buChar char="●"/>
              <a:defRPr b="0" i="0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302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Montserrat"/>
              <a:buChar char="○"/>
              <a:defRPr b="0" i="0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302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Montserrat"/>
              <a:buChar char="■"/>
              <a:defRPr b="0" i="0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302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Montserrat"/>
              <a:buChar char="●"/>
              <a:defRPr b="0" i="0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302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Montserrat"/>
              <a:buChar char="○"/>
              <a:defRPr b="0" i="0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302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Montserrat"/>
              <a:buChar char="■"/>
              <a:defRPr b="0" i="0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302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Montserrat"/>
              <a:buChar char="●"/>
              <a:defRPr b="0" i="0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302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Montserrat"/>
              <a:buChar char="○"/>
              <a:defRPr b="0" i="0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302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Montserrat"/>
              <a:buChar char="■"/>
              <a:defRPr b="0" i="0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27">
          <p15:clr>
            <a:srgbClr val="FF0000"/>
          </p15:clr>
        </p15:guide>
        <p15:guide id="2" orient="horz" pos="227">
          <p15:clr>
            <a:srgbClr val="FF0000"/>
          </p15:clr>
        </p15:guide>
        <p15:guide id="3" orient="horz" pos="3013">
          <p15:clr>
            <a:srgbClr val="FF0000"/>
          </p15:clr>
        </p15:guide>
        <p15:guide id="4" pos="5533">
          <p15:clr>
            <a:srgbClr val="FF0000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6" name="Google Shape;36;p9"/>
          <p:cNvSpPr txBox="1"/>
          <p:nvPr>
            <p:ph type="title"/>
          </p:nvPr>
        </p:nvSpPr>
        <p:spPr>
          <a:xfrm>
            <a:off x="367025" y="367025"/>
            <a:ext cx="8417100" cy="53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Montserrat Black"/>
              <a:buNone/>
              <a:defRPr b="0" i="0" sz="2800" u="none" cap="none" strike="noStrike">
                <a:solidFill>
                  <a:srgbClr val="000000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7" name="Google Shape;37;p9"/>
          <p:cNvSpPr txBox="1"/>
          <p:nvPr>
            <p:ph idx="1" type="body"/>
          </p:nvPr>
        </p:nvSpPr>
        <p:spPr>
          <a:xfrm>
            <a:off x="367025" y="973450"/>
            <a:ext cx="8417100" cy="34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Montserrat"/>
              <a:buChar char="●"/>
              <a:defRPr b="0" i="0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302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Montserrat"/>
              <a:buChar char="○"/>
              <a:defRPr b="0" i="0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302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Montserrat"/>
              <a:buChar char="■"/>
              <a:defRPr b="0" i="0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302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Montserrat"/>
              <a:buChar char="●"/>
              <a:defRPr b="0" i="0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302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Montserrat"/>
              <a:buChar char="○"/>
              <a:defRPr b="0" i="0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302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Montserrat"/>
              <a:buChar char="■"/>
              <a:defRPr b="0" i="0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302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Montserrat"/>
              <a:buChar char="●"/>
              <a:defRPr b="0" i="0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302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Montserrat"/>
              <a:buChar char="○"/>
              <a:defRPr b="0" i="0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302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Montserrat"/>
              <a:buChar char="■"/>
              <a:defRPr b="0" i="0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  <p:sldLayoutId id="2147483665" r:id="rId11"/>
    <p:sldLayoutId id="2147483666" r:id="rId12"/>
    <p:sldLayoutId id="2147483667" r:id="rId13"/>
    <p:sldLayoutId id="2147483668" r:id="rId14"/>
    <p:sldLayoutId id="2147483669" r:id="rId15"/>
    <p:sldLayoutId id="2147483670" r:id="rId16"/>
    <p:sldLayoutId id="2147483671" r:id="rId17"/>
    <p:sldLayoutId id="2147483672" r:id="rId18"/>
    <p:sldLayoutId id="2147483673" r:id="rId19"/>
    <p:sldLayoutId id="2147483674" r:id="rId20"/>
    <p:sldLayoutId id="2147483675" r:id="rId21"/>
    <p:sldLayoutId id="2147483676" r:id="rId22"/>
    <p:sldLayoutId id="2147483677" r:id="rId23"/>
    <p:sldLayoutId id="2147483678" r:id="rId24"/>
    <p:sldLayoutId id="2147483679" r:id="rId25"/>
    <p:sldLayoutId id="2147483680" r:id="rId26"/>
    <p:sldLayoutId id="2147483681" r:id="rId2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27">
          <p15:clr>
            <a:srgbClr val="FF0000"/>
          </p15:clr>
        </p15:guide>
        <p15:guide id="2" orient="horz" pos="227">
          <p15:clr>
            <a:srgbClr val="FF0000"/>
          </p15:clr>
        </p15:guide>
        <p15:guide id="3" orient="horz" pos="3013">
          <p15:clr>
            <a:srgbClr val="FF0000"/>
          </p15:clr>
        </p15:guide>
        <p15:guide id="4" pos="5533">
          <p15:clr>
            <a:srgbClr val="FF0000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9DC75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7"/>
          <p:cNvSpPr txBox="1"/>
          <p:nvPr/>
        </p:nvSpPr>
        <p:spPr>
          <a:xfrm>
            <a:off x="368150" y="1856561"/>
            <a:ext cx="4017900" cy="14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4000">
                <a:solidFill>
                  <a:srgbClr val="602B7A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Pitching: product’s idea</a:t>
            </a:r>
            <a:endParaRPr b="0" i="0" sz="4000" u="none" cap="none" strike="noStrike">
              <a:solidFill>
                <a:srgbClr val="602B7A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191" name="Google Shape;19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0" y="994850"/>
            <a:ext cx="4211999" cy="32248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8"/>
          <p:cNvSpPr txBox="1"/>
          <p:nvPr/>
        </p:nvSpPr>
        <p:spPr>
          <a:xfrm>
            <a:off x="360000" y="360000"/>
            <a:ext cx="84240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800">
                <a:latin typeface="Montserrat Black"/>
                <a:ea typeface="Montserrat Black"/>
                <a:cs typeface="Montserrat Black"/>
                <a:sym typeface="Montserrat Black"/>
              </a:rPr>
              <a:t>Heading </a:t>
            </a:r>
            <a:r>
              <a:rPr b="0" i="0" lang="en-GB" sz="2800" u="none" cap="none" strike="noStrike">
                <a:solidFill>
                  <a:srgbClr val="000000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(</a:t>
            </a:r>
            <a:r>
              <a:rPr lang="en-GB" sz="2800">
                <a:latin typeface="Montserrat Black"/>
                <a:ea typeface="Montserrat Black"/>
                <a:cs typeface="Montserrat Black"/>
                <a:sym typeface="Montserrat Black"/>
              </a:rPr>
              <a:t>product’s idea</a:t>
            </a:r>
            <a:r>
              <a:rPr b="0" i="0" lang="en-GB" sz="2800" u="none" cap="none" strike="noStrike">
                <a:solidFill>
                  <a:srgbClr val="000000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)</a:t>
            </a:r>
            <a:endParaRPr b="0" i="0" sz="2800" u="none" cap="none" strike="noStrike">
              <a:solidFill>
                <a:srgbClr val="000000"/>
              </a:solidFill>
              <a:highlight>
                <a:srgbClr val="FFFFFF"/>
              </a:highlight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197" name="Google Shape;197;p38"/>
          <p:cNvSpPr txBox="1"/>
          <p:nvPr/>
        </p:nvSpPr>
        <p:spPr>
          <a:xfrm>
            <a:off x="360000" y="1219200"/>
            <a:ext cx="8424000" cy="17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Market:</a:t>
            </a:r>
            <a:endParaRPr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The target audience:</a:t>
            </a:r>
            <a:endParaRPr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Additional information that draws attention to the idea of the product: a quote, aphorism, an interesting fact, a joke, etc.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8" name="Google Shape;198;p38"/>
          <p:cNvSpPr txBox="1"/>
          <p:nvPr>
            <p:ph idx="1" type="subTitle"/>
          </p:nvPr>
        </p:nvSpPr>
        <p:spPr>
          <a:xfrm>
            <a:off x="366775" y="4680000"/>
            <a:ext cx="7145700" cy="2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9"/>
          <p:cNvSpPr txBox="1"/>
          <p:nvPr/>
        </p:nvSpPr>
        <p:spPr>
          <a:xfrm>
            <a:off x="360000" y="360000"/>
            <a:ext cx="7390800" cy="6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8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Heading </a:t>
            </a:r>
            <a:r>
              <a:rPr b="0" i="0" lang="en-GB" sz="28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Montserrat Black"/>
                <a:ea typeface="Montserrat Black"/>
                <a:cs typeface="Montserrat Black"/>
                <a:sym typeface="Montserrat Black"/>
              </a:rPr>
              <a:t>(</a:t>
            </a:r>
            <a:r>
              <a:rPr lang="en-GB" sz="2800">
                <a:highlight>
                  <a:srgbClr val="FFFFFF"/>
                </a:highlight>
                <a:latin typeface="Montserrat Black"/>
                <a:ea typeface="Montserrat Black"/>
                <a:cs typeface="Montserrat Black"/>
                <a:sym typeface="Montserrat Black"/>
              </a:rPr>
              <a:t>hypothesis</a:t>
            </a:r>
            <a:r>
              <a:rPr b="0" i="0" lang="en-GB" sz="28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Montserrat Black"/>
                <a:ea typeface="Montserrat Black"/>
                <a:cs typeface="Montserrat Black"/>
                <a:sym typeface="Montserrat Black"/>
              </a:rPr>
              <a:t> № 1)</a:t>
            </a:r>
            <a:endParaRPr b="0" i="0" sz="2800" u="none" cap="none" strike="noStrike">
              <a:solidFill>
                <a:srgbClr val="000000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204" name="Google Shape;204;p39"/>
          <p:cNvSpPr txBox="1"/>
          <p:nvPr>
            <p:ph idx="1" type="subTitle"/>
          </p:nvPr>
        </p:nvSpPr>
        <p:spPr>
          <a:xfrm>
            <a:off x="366775" y="4680000"/>
            <a:ext cx="7145700" cy="2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205" name="Google Shape;205;p39"/>
          <p:cNvSpPr/>
          <p:nvPr/>
        </p:nvSpPr>
        <p:spPr>
          <a:xfrm>
            <a:off x="554175" y="1217275"/>
            <a:ext cx="2651700" cy="1839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>
                <a:latin typeface="Montserrat"/>
                <a:ea typeface="Montserrat"/>
                <a:cs typeface="Montserrat"/>
                <a:sym typeface="Montserrat"/>
              </a:rPr>
              <a:t>Diagram </a:t>
            </a:r>
            <a:r>
              <a:rPr b="0" i="0" lang="en-GB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b="0" i="0" sz="16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6" name="Google Shape;206;p39"/>
          <p:cNvSpPr/>
          <p:nvPr/>
        </p:nvSpPr>
        <p:spPr>
          <a:xfrm>
            <a:off x="3379398" y="1217275"/>
            <a:ext cx="2651700" cy="1839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Diagram </a:t>
            </a:r>
            <a:r>
              <a:rPr b="0" i="0" lang="en-GB" sz="16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39"/>
          <p:cNvSpPr/>
          <p:nvPr/>
        </p:nvSpPr>
        <p:spPr>
          <a:xfrm>
            <a:off x="6132180" y="1217275"/>
            <a:ext cx="2651700" cy="1839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Diagram </a:t>
            </a:r>
            <a:r>
              <a:rPr b="0" i="0" lang="en-GB" sz="16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39"/>
          <p:cNvSpPr txBox="1"/>
          <p:nvPr/>
        </p:nvSpPr>
        <p:spPr>
          <a:xfrm>
            <a:off x="563825" y="3198875"/>
            <a:ext cx="2651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>
                <a:latin typeface="Montserrat"/>
                <a:ea typeface="Montserrat"/>
                <a:cs typeface="Montserrat"/>
                <a:sym typeface="Montserrat"/>
              </a:rPr>
              <a:t>Chart caption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9" name="Google Shape;209;p39"/>
          <p:cNvSpPr txBox="1"/>
          <p:nvPr/>
        </p:nvSpPr>
        <p:spPr>
          <a:xfrm>
            <a:off x="3379400" y="3198875"/>
            <a:ext cx="2651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GB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Chart caption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0" name="Google Shape;210;p39"/>
          <p:cNvSpPr txBox="1"/>
          <p:nvPr/>
        </p:nvSpPr>
        <p:spPr>
          <a:xfrm>
            <a:off x="6132175" y="3198875"/>
            <a:ext cx="2651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GB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Chart caption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40"/>
          <p:cNvSpPr txBox="1"/>
          <p:nvPr/>
        </p:nvSpPr>
        <p:spPr>
          <a:xfrm>
            <a:off x="360000" y="360000"/>
            <a:ext cx="7390800" cy="6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8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Heading </a:t>
            </a:r>
            <a:r>
              <a:rPr b="0" i="0" lang="en-GB" sz="28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Montserrat Black"/>
                <a:ea typeface="Montserrat Black"/>
                <a:cs typeface="Montserrat Black"/>
                <a:sym typeface="Montserrat Black"/>
              </a:rPr>
              <a:t>(</a:t>
            </a:r>
            <a:r>
              <a:rPr lang="en-GB" sz="2800">
                <a:highlight>
                  <a:srgbClr val="FFFFFF"/>
                </a:highlight>
                <a:latin typeface="Montserrat Black"/>
                <a:ea typeface="Montserrat Black"/>
                <a:cs typeface="Montserrat Black"/>
                <a:sym typeface="Montserrat Black"/>
              </a:rPr>
              <a:t>hypothesis</a:t>
            </a:r>
            <a:r>
              <a:rPr b="0" i="0" lang="en-GB" sz="28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Montserrat Black"/>
                <a:ea typeface="Montserrat Black"/>
                <a:cs typeface="Montserrat Black"/>
                <a:sym typeface="Montserrat Black"/>
              </a:rPr>
              <a:t> № 2)</a:t>
            </a:r>
            <a:endParaRPr b="0" i="0" sz="2800" u="none" cap="none" strike="noStrike">
              <a:solidFill>
                <a:srgbClr val="000000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216" name="Google Shape;216;p40"/>
          <p:cNvSpPr txBox="1"/>
          <p:nvPr>
            <p:ph idx="1" type="subTitle"/>
          </p:nvPr>
        </p:nvSpPr>
        <p:spPr>
          <a:xfrm>
            <a:off x="366775" y="4680000"/>
            <a:ext cx="7145700" cy="2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217" name="Google Shape;217;p40"/>
          <p:cNvSpPr/>
          <p:nvPr/>
        </p:nvSpPr>
        <p:spPr>
          <a:xfrm>
            <a:off x="554175" y="1217275"/>
            <a:ext cx="2651700" cy="1839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Diagram </a:t>
            </a:r>
            <a:r>
              <a:rPr b="0" i="0" lang="en-GB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b="0" i="0" sz="16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8" name="Google Shape;218;p40"/>
          <p:cNvSpPr/>
          <p:nvPr/>
        </p:nvSpPr>
        <p:spPr>
          <a:xfrm>
            <a:off x="3379398" y="1217275"/>
            <a:ext cx="2651700" cy="1839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Diagram </a:t>
            </a:r>
            <a:r>
              <a:rPr b="0" i="0" lang="en-GB" sz="16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40"/>
          <p:cNvSpPr/>
          <p:nvPr/>
        </p:nvSpPr>
        <p:spPr>
          <a:xfrm>
            <a:off x="6132180" y="1217275"/>
            <a:ext cx="2651700" cy="1839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Diagram </a:t>
            </a:r>
            <a:r>
              <a:rPr b="0" i="0" lang="en-GB" sz="16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40"/>
          <p:cNvSpPr txBox="1"/>
          <p:nvPr/>
        </p:nvSpPr>
        <p:spPr>
          <a:xfrm>
            <a:off x="563825" y="3198875"/>
            <a:ext cx="2651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GB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Chart caption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1" name="Google Shape;221;p40"/>
          <p:cNvSpPr txBox="1"/>
          <p:nvPr/>
        </p:nvSpPr>
        <p:spPr>
          <a:xfrm>
            <a:off x="3379400" y="3198875"/>
            <a:ext cx="2651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GB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Chart caption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2" name="Google Shape;222;p40"/>
          <p:cNvSpPr txBox="1"/>
          <p:nvPr/>
        </p:nvSpPr>
        <p:spPr>
          <a:xfrm>
            <a:off x="6132175" y="3198875"/>
            <a:ext cx="2651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GB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Chart caption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41"/>
          <p:cNvSpPr txBox="1"/>
          <p:nvPr/>
        </p:nvSpPr>
        <p:spPr>
          <a:xfrm>
            <a:off x="360000" y="360000"/>
            <a:ext cx="7390800" cy="6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800">
                <a:highlight>
                  <a:srgbClr val="FFFFFF"/>
                </a:highlight>
                <a:latin typeface="Montserrat Black"/>
                <a:ea typeface="Montserrat Black"/>
                <a:cs typeface="Montserrat Black"/>
                <a:sym typeface="Montserrat Black"/>
              </a:rPr>
              <a:t>Let's sum up </a:t>
            </a:r>
            <a:endParaRPr sz="2800">
              <a:highlight>
                <a:srgbClr val="FFFFFF"/>
              </a:highlight>
              <a:latin typeface="Montserrat Black"/>
              <a:ea typeface="Montserrat Black"/>
              <a:cs typeface="Montserrat Black"/>
              <a:sym typeface="Montserrat Blac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2800">
              <a:highlight>
                <a:srgbClr val="FFFFFF"/>
              </a:highlight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228" name="Google Shape;228;p41"/>
          <p:cNvSpPr txBox="1"/>
          <p:nvPr>
            <p:ph idx="1" type="subTitle"/>
          </p:nvPr>
        </p:nvSpPr>
        <p:spPr>
          <a:xfrm>
            <a:off x="366775" y="4680000"/>
            <a:ext cx="7145700" cy="2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229" name="Google Shape;229;p41"/>
          <p:cNvSpPr txBox="1"/>
          <p:nvPr/>
        </p:nvSpPr>
        <p:spPr>
          <a:xfrm>
            <a:off x="368800" y="1191600"/>
            <a:ext cx="6894900" cy="22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49400" lvl="0" marL="3528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Montserrat"/>
              <a:buChar char="➔"/>
            </a:pPr>
            <a:r>
              <a:rPr lang="en-GB" sz="2000">
                <a:latin typeface="Montserrat"/>
                <a:ea typeface="Montserrat"/>
                <a:cs typeface="Montserrat"/>
                <a:sym typeface="Montserrat"/>
              </a:rPr>
              <a:t>Conclusion 1.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  <a:p>
            <a:pPr indent="-249400" lvl="0" marL="3528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Montserrat"/>
              <a:buChar char="➔"/>
            </a:pPr>
            <a:r>
              <a:rPr lang="en-GB" sz="2000">
                <a:latin typeface="Montserrat"/>
                <a:ea typeface="Montserrat"/>
                <a:cs typeface="Montserrat"/>
                <a:sym typeface="Montserrat"/>
              </a:rPr>
              <a:t>Conclusion 2.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  <a:p>
            <a:pPr indent="-249400" lvl="0" marL="3528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Montserrat"/>
              <a:buChar char="➔"/>
            </a:pPr>
            <a:r>
              <a:rPr lang="en-GB" sz="2000">
                <a:latin typeface="Montserrat"/>
                <a:ea typeface="Montserrat"/>
                <a:cs typeface="Montserrat"/>
                <a:sym typeface="Montserrat"/>
              </a:rPr>
              <a:t>...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  <a:p>
            <a:pPr indent="-249400" lvl="0" marL="352800" marR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2000"/>
              <a:buFont typeface="Montserrat"/>
              <a:buChar char="➔"/>
            </a:pPr>
            <a:r>
              <a:rPr lang="en-GB" sz="2000">
                <a:latin typeface="Montserrat"/>
                <a:ea typeface="Montserrat"/>
                <a:cs typeface="Montserrat"/>
                <a:sym typeface="Montserrat"/>
              </a:rPr>
              <a:t>Output…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Algoritmika (May 2021) 02">
  <a:themeElements>
    <a:clrScheme name="Simple Light">
      <a:dk1>
        <a:srgbClr val="000000"/>
      </a:dk1>
      <a:lt1>
        <a:srgbClr val="FFFFFE"/>
      </a:lt1>
      <a:dk2>
        <a:srgbClr val="5E5EFF"/>
      </a:dk2>
      <a:lt2>
        <a:srgbClr val="8EE85D"/>
      </a:lt2>
      <a:accent1>
        <a:srgbClr val="833AE0"/>
      </a:accent1>
      <a:accent2>
        <a:srgbClr val="FF7842"/>
      </a:accent2>
      <a:accent3>
        <a:srgbClr val="88DBF2"/>
      </a:accent3>
      <a:accent4>
        <a:srgbClr val="38BD60"/>
      </a:accent4>
      <a:accent5>
        <a:srgbClr val="FA82CC"/>
      </a:accent5>
      <a:accent6>
        <a:srgbClr val="FFDC40"/>
      </a:accent6>
      <a:hlink>
        <a:srgbClr val="833AE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Algoritmika (May 2021)">
  <a:themeElements>
    <a:clrScheme name="Simple Light">
      <a:dk1>
        <a:srgbClr val="000000"/>
      </a:dk1>
      <a:lt1>
        <a:srgbClr val="FFFFFF"/>
      </a:lt1>
      <a:dk2>
        <a:srgbClr val="FFFFFF"/>
      </a:dk2>
      <a:lt2>
        <a:srgbClr val="FFFFFF"/>
      </a:lt2>
      <a:accent1>
        <a:srgbClr val="833AE0"/>
      </a:accent1>
      <a:accent2>
        <a:srgbClr val="FF7842"/>
      </a:accent2>
      <a:accent3>
        <a:srgbClr val="88DBF2"/>
      </a:accent3>
      <a:accent4>
        <a:srgbClr val="38BD60"/>
      </a:accent4>
      <a:accent5>
        <a:srgbClr val="FA82CC"/>
      </a:accent5>
      <a:accent6>
        <a:srgbClr val="FFDC40"/>
      </a:accent6>
      <a:hlink>
        <a:srgbClr val="833AE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